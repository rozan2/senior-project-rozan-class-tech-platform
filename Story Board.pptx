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1"/>
  </p:notesMasterIdLst>
  <p:handoutMasterIdLst>
    <p:handoutMasterId r:id="rId12"/>
  </p:handoutMasterIdLst>
  <p:sldIdLst>
    <p:sldId id="256" r:id="rId5"/>
    <p:sldId id="283" r:id="rId6"/>
    <p:sldId id="284" r:id="rId7"/>
    <p:sldId id="285" r:id="rId8"/>
    <p:sldId id="286" r:id="rId9"/>
    <p:sldId id="28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09" autoAdjust="0"/>
  </p:normalViewPr>
  <p:slideViewPr>
    <p:cSldViewPr snapToGrid="0">
      <p:cViewPr varScale="1">
        <p:scale>
          <a:sx n="107" d="100"/>
          <a:sy n="107" d="100"/>
        </p:scale>
        <p:origin x="84" y="136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11/2/2025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11/2/2025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6040" y="4434840"/>
            <a:ext cx="4941771" cy="1122202"/>
          </a:xfrm>
        </p:spPr>
        <p:txBody>
          <a:bodyPr/>
          <a:lstStyle/>
          <a:p>
            <a:r>
              <a:rPr lang="en-US" dirty="0"/>
              <a:t>Story 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/>
          <a:lstStyle/>
          <a:p>
            <a:r>
              <a:rPr lang="en-US" dirty="0"/>
              <a:t>Rozan Youssef Al Majzoub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6F7BB-30A8-4980-AD4A-2FB0B53FA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637" y="-56356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Homepage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33164A-09D8-4E05-899E-C830A562A4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20XX</a:t>
            </a:r>
            <a:endParaRPr lang="en-US"/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91BA3372-A246-5D38-53E0-64AE7FF8F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pic>
        <p:nvPicPr>
          <p:cNvPr id="9" name="Picture Placeholder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3EF6A687-FD8C-457C-783D-7A01ED86C6F0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2"/>
          <a:stretch>
            <a:fillRect/>
          </a:stretch>
        </p:blipFill>
        <p:spPr>
          <a:xfrm>
            <a:off x="3436144" y="1200150"/>
            <a:ext cx="5643563" cy="5156200"/>
          </a:xfrm>
          <a:noFill/>
        </p:spPr>
      </p:pic>
    </p:spTree>
    <p:extLst>
      <p:ext uri="{BB962C8B-B14F-4D97-AF65-F5344CB8AC3E}">
        <p14:creationId xmlns:p14="http://schemas.microsoft.com/office/powerpoint/2010/main" val="3396266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6F7BB-30A8-4980-AD4A-2FB0B53FA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637" y="-56356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Products page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33164A-09D8-4E05-899E-C830A562A4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20XX</a:t>
            </a:r>
            <a:endParaRPr lang="en-US"/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91BA3372-A246-5D38-53E0-64AE7FF8F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pic>
        <p:nvPicPr>
          <p:cNvPr id="7" name="Content Placeholder 6" descr="A screenshot of a phone&#10;&#10;Description automatically generated">
            <a:extLst>
              <a:ext uri="{FF2B5EF4-FFF2-40B4-BE49-F238E27FC236}">
                <a16:creationId xmlns:a16="http://schemas.microsoft.com/office/drawing/2014/main" id="{9E492732-82AA-29B3-200A-539A229E8DDB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2"/>
          <a:stretch>
            <a:fillRect/>
          </a:stretch>
        </p:blipFill>
        <p:spPr>
          <a:xfrm>
            <a:off x="3214688" y="1269207"/>
            <a:ext cx="5757862" cy="5281612"/>
          </a:xfrm>
        </p:spPr>
      </p:pic>
    </p:spTree>
    <p:extLst>
      <p:ext uri="{BB962C8B-B14F-4D97-AF65-F5344CB8AC3E}">
        <p14:creationId xmlns:p14="http://schemas.microsoft.com/office/powerpoint/2010/main" val="771087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6F7BB-30A8-4980-AD4A-2FB0B53FA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637" y="-56356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Cart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33164A-09D8-4E05-899E-C830A562A4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20XX</a:t>
            </a:r>
            <a:endParaRPr lang="en-US"/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91BA3372-A246-5D38-53E0-64AE7FF8F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pic>
        <p:nvPicPr>
          <p:cNvPr id="7" name="Content Placeholder 6" descr="A screenshot of a website&#10;&#10;Description automatically generated">
            <a:extLst>
              <a:ext uri="{FF2B5EF4-FFF2-40B4-BE49-F238E27FC236}">
                <a16:creationId xmlns:a16="http://schemas.microsoft.com/office/drawing/2014/main" id="{1894B621-3D56-27E4-10F5-170CA7E3FD72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2"/>
          <a:stretch>
            <a:fillRect/>
          </a:stretch>
        </p:blipFill>
        <p:spPr>
          <a:xfrm>
            <a:off x="3170712" y="967840"/>
            <a:ext cx="6023294" cy="5530561"/>
          </a:xfrm>
        </p:spPr>
      </p:pic>
    </p:spTree>
    <p:extLst>
      <p:ext uri="{BB962C8B-B14F-4D97-AF65-F5344CB8AC3E}">
        <p14:creationId xmlns:p14="http://schemas.microsoft.com/office/powerpoint/2010/main" val="625329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6F7BB-30A8-4980-AD4A-2FB0B53FA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637" y="-56356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Login / registration forms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33164A-09D8-4E05-899E-C830A562A4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20XX</a:t>
            </a:r>
            <a:endParaRPr lang="en-US"/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91BA3372-A246-5D38-53E0-64AE7FF8F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pic>
        <p:nvPicPr>
          <p:cNvPr id="8" name="Content Placeholder 7" descr="A screenshot of a login form&#10;&#10;Description automatically generated">
            <a:extLst>
              <a:ext uri="{FF2B5EF4-FFF2-40B4-BE49-F238E27FC236}">
                <a16:creationId xmlns:a16="http://schemas.microsoft.com/office/drawing/2014/main" id="{D862B9FA-B2BF-3C80-F184-1429A37A7C67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2"/>
          <a:stretch>
            <a:fillRect/>
          </a:stretch>
        </p:blipFill>
        <p:spPr>
          <a:xfrm>
            <a:off x="3471863" y="1121568"/>
            <a:ext cx="5786437" cy="5500687"/>
          </a:xfrm>
        </p:spPr>
      </p:pic>
    </p:spTree>
    <p:extLst>
      <p:ext uri="{BB962C8B-B14F-4D97-AF65-F5344CB8AC3E}">
        <p14:creationId xmlns:p14="http://schemas.microsoft.com/office/powerpoint/2010/main" val="403134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6F7BB-30A8-4980-AD4A-2FB0B53FA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637" y="-56356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Checkout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33164A-09D8-4E05-899E-C830A562A4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20XX</a:t>
            </a:r>
            <a:endParaRPr lang="en-US"/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91BA3372-A246-5D38-53E0-64AE7FF8F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pic>
        <p:nvPicPr>
          <p:cNvPr id="7" name="Content Placeholder 6" descr="A screenshot of a computer&#10;&#10;Description automatically generated">
            <a:extLst>
              <a:ext uri="{FF2B5EF4-FFF2-40B4-BE49-F238E27FC236}">
                <a16:creationId xmlns:a16="http://schemas.microsoft.com/office/drawing/2014/main" id="{D1EC46EC-02F2-D763-73E2-93FA18A946F5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2"/>
          <a:stretch>
            <a:fillRect/>
          </a:stretch>
        </p:blipFill>
        <p:spPr>
          <a:xfrm>
            <a:off x="2900362" y="877094"/>
            <a:ext cx="6922294" cy="5479256"/>
          </a:xfrm>
        </p:spPr>
      </p:pic>
    </p:spTree>
    <p:extLst>
      <p:ext uri="{BB962C8B-B14F-4D97-AF65-F5344CB8AC3E}">
        <p14:creationId xmlns:p14="http://schemas.microsoft.com/office/powerpoint/2010/main" val="1471860880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180624 Minimalist light sales pitch_Win32_v3" id="{10980D2D-A96C-4E9B-A00E-81C4CAF0ABBD}" vid="{7928933E-F394-4192-9CD9-6D2A259AB5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EFFFA3F-0FB5-4ED3-8906-A15B16577F4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light sales pitch</Template>
  <TotalTime>10</TotalTime>
  <Words>25</Words>
  <Application>Microsoft Office PowerPoint</Application>
  <PresentationFormat>Widescreen</PresentationFormat>
  <Paragraphs>17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Tenorite</vt:lpstr>
      <vt:lpstr>Monoline</vt:lpstr>
      <vt:lpstr>Story Board</vt:lpstr>
      <vt:lpstr>Homepage  </vt:lpstr>
      <vt:lpstr>Products page  </vt:lpstr>
      <vt:lpstr>Cart   </vt:lpstr>
      <vt:lpstr>Login / registration forms   </vt:lpstr>
      <vt:lpstr>Checkout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hunter1981 birds</dc:creator>
  <cp:lastModifiedBy>hunter1981 birds</cp:lastModifiedBy>
  <cp:revision>1</cp:revision>
  <dcterms:created xsi:type="dcterms:W3CDTF">2025-11-02T17:53:21Z</dcterms:created>
  <dcterms:modified xsi:type="dcterms:W3CDTF">2025-11-02T18:03:39Z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