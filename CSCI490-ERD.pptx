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4"/>
  </p:sldMasterIdLst>
  <p:notesMasterIdLst>
    <p:notesMasterId r:id="rId8"/>
  </p:notesMasterIdLst>
  <p:handoutMasterIdLst>
    <p:handoutMasterId r:id="rId9"/>
  </p:handoutMasterIdLst>
  <p:sldIdLst>
    <p:sldId id="281" r:id="rId5"/>
    <p:sldId id="368" r:id="rId6"/>
    <p:sldId id="3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60" userDrawn="1">
          <p15:clr>
            <a:srgbClr val="A4A3A4"/>
          </p15:clr>
        </p15:guide>
        <p15:guide id="2" pos="7392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790866-2D1E-41BD-897B-DC6362A7833B}" v="49" dt="2026-01-01T12:30:45.1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84" y="136"/>
      </p:cViewPr>
      <p:guideLst>
        <p:guide pos="360"/>
        <p:guide pos="7392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80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nter1981 birds" userId="90250015b3d51534" providerId="LiveId" clId="{FB5C7E23-5985-495F-93FA-D922E98D5AAF}"/>
    <pc:docChg chg="delSld">
      <pc:chgData name="hunter1981 birds" userId="90250015b3d51534" providerId="LiveId" clId="{FB5C7E23-5985-495F-93FA-D922E98D5AAF}" dt="2026-01-01T12:32:10.085" v="0" actId="2696"/>
      <pc:docMkLst>
        <pc:docMk/>
      </pc:docMkLst>
      <pc:sldChg chg="del">
        <pc:chgData name="hunter1981 birds" userId="90250015b3d51534" providerId="LiveId" clId="{FB5C7E23-5985-495F-93FA-D922E98D5AAF}" dt="2026-01-01T12:32:10.085" v="0" actId="2696"/>
        <pc:sldMkLst>
          <pc:docMk/>
          <pc:sldMk cId="4266353607" sldId="35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EB018AA-DEA7-448F-AE2F-C3D13A0F02A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B87A71-96EB-4108-95A3-855A4C3601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647F05-0506-494A-8060-3F395B947DF9}" type="datetimeFigureOut">
              <a:rPr lang="en-US" smtClean="0"/>
              <a:t>1/1/2026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45591A-E83D-4F8A-B064-12B29D3154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AF2308-535F-471C-9423-3467454C92F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61E857-36B8-43F1-9D87-FE508167BCE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2314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BC0A13-3F3D-45D4-B17C-1E0ACF36A6FB}" type="datetimeFigureOut">
              <a:rPr lang="en-US" smtClean="0"/>
              <a:t>1/1/2026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FAAAB6-A2C6-4A85-A3A1-98EFBA61C96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6752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i="0" dirty="0">
              <a:effectLst/>
              <a:latin typeface="Segoe UI" panose="020B0502040204020203" pitchFamily="34" charset="0"/>
            </a:endParaRPr>
          </a:p>
          <a:p>
            <a:r>
              <a:rPr lang="en-US" dirty="0"/>
              <a:t>ID=d924773e-9a16-4d6d-9803-8cb819e99682
Recipe=text_billboard
Type=TextOnly
Variant=0
FamilyID=AccentBoxWalbaum_Zero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A36B1-75F6-458C-B388-8BC01E9857C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205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BC5C50C9-5CB7-4938-BEDF-DD2FC7529FA9}"/>
              </a:ext>
            </a:extLst>
          </p:cNvPr>
          <p:cNvSpPr/>
          <p:nvPr userDrawn="1"/>
        </p:nvSpPr>
        <p:spPr>
          <a:xfrm>
            <a:off x="1528762" y="1473243"/>
            <a:ext cx="9144000" cy="3007447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1368" y="1664208"/>
            <a:ext cx="8586216" cy="2176272"/>
          </a:xfrm>
        </p:spPr>
        <p:txBody>
          <a:bodyPr anchor="ctr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7168" y="4142232"/>
            <a:ext cx="7223760" cy="68580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9640417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4064" y="1078992"/>
            <a:ext cx="6272784" cy="1536192"/>
          </a:xfrm>
        </p:spPr>
        <p:txBody>
          <a:bodyPr anchor="b"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4064" y="3355848"/>
            <a:ext cx="6272784" cy="2825496"/>
          </a:xfrm>
        </p:spPr>
        <p:txBody>
          <a:bodyPr/>
          <a:lstStyle>
            <a:lvl1pPr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5256" y="6356350"/>
            <a:ext cx="2743200" cy="365125"/>
          </a:xfrm>
        </p:spPr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4164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EEEC07-DA87-4415-8D6B-72E1B2686535}"/>
              </a:ext>
            </a:extLst>
          </p:cNvPr>
          <p:cNvSpPr/>
          <p:nvPr userDrawn="1"/>
        </p:nvSpPr>
        <p:spPr>
          <a:xfrm rot="5400000">
            <a:off x="5317960" y="363389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C47E32-D289-4A1B-A3C7-A355CD5572E8}"/>
              </a:ext>
            </a:extLst>
          </p:cNvPr>
          <p:cNvSpPr/>
          <p:nvPr userDrawn="1"/>
        </p:nvSpPr>
        <p:spPr>
          <a:xfrm>
            <a:off x="5099266" y="2935541"/>
            <a:ext cx="621792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9F91D62-7A39-4697-A73D-908DBA590E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603504"/>
            <a:ext cx="4050792" cy="5577840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2587531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078992"/>
            <a:ext cx="6272784" cy="1536192"/>
          </a:xfrm>
        </p:spPr>
        <p:txBody>
          <a:bodyPr anchor="b"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3355848"/>
            <a:ext cx="6272784" cy="2825496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05272" y="6356350"/>
            <a:ext cx="1280160" cy="365125"/>
          </a:xfrm>
        </p:spPr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EEEC07-DA87-4415-8D6B-72E1B2686535}"/>
              </a:ext>
            </a:extLst>
          </p:cNvPr>
          <p:cNvSpPr/>
          <p:nvPr userDrawn="1"/>
        </p:nvSpPr>
        <p:spPr>
          <a:xfrm rot="5400000">
            <a:off x="850392" y="36576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9F91D62-7A39-4697-A73D-908DBA590E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680960" y="4352544"/>
            <a:ext cx="4507992" cy="2505456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687A7A61-F904-44E0-837C-FB357932BC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680960" y="0"/>
            <a:ext cx="4507992" cy="4123944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FA3CC7-31ED-4E5A-87A6-AA1D8F4251FC}"/>
              </a:ext>
            </a:extLst>
          </p:cNvPr>
          <p:cNvSpPr/>
          <p:nvPr userDrawn="1"/>
        </p:nvSpPr>
        <p:spPr>
          <a:xfrm>
            <a:off x="621792" y="2935541"/>
            <a:ext cx="621792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178724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B541A812-4D3F-4D65-BA64-BA64E37F2C1D}"/>
              </a:ext>
            </a:extLst>
          </p:cNvPr>
          <p:cNvSpPr/>
          <p:nvPr userDrawn="1"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7013448" cy="2990088"/>
          </a:xfrm>
        </p:spPr>
        <p:txBody>
          <a:bodyPr anchor="ctr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13648" y="1938528"/>
            <a:ext cx="2688336" cy="2990088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16BBE9-8A9C-450B-A235-677945C7ED44}"/>
              </a:ext>
            </a:extLst>
          </p:cNvPr>
          <p:cNvSpPr/>
          <p:nvPr userDrawn="1"/>
        </p:nvSpPr>
        <p:spPr>
          <a:xfrm>
            <a:off x="609084" y="2965074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55E7BF-3629-4C02-98DF-CFC1C93CE036}"/>
              </a:ext>
            </a:extLst>
          </p:cNvPr>
          <p:cNvSpPr/>
          <p:nvPr userDrawn="1"/>
        </p:nvSpPr>
        <p:spPr>
          <a:xfrm rot="5400000">
            <a:off x="7360539" y="3424428"/>
            <a:ext cx="2103120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3540014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 userDrawn="1"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1852" y="6356350"/>
            <a:ext cx="2743200" cy="365125"/>
          </a:xfrm>
        </p:spPr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869730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673635DF-99E4-4A0C-A272-D9FF87695DE7}"/>
              </a:ext>
            </a:extLst>
          </p:cNvPr>
          <p:cNvSpPr/>
          <p:nvPr userDrawn="1"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90C76F-6331-4485-AA5B-D61483481F68}"/>
              </a:ext>
            </a:extLst>
          </p:cNvPr>
          <p:cNvSpPr/>
          <p:nvPr userDrawn="1"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CB2BA4C-9ADA-41DB-B758-9E3CFECDF5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5256" y="6356350"/>
            <a:ext cx="2743200" cy="365125"/>
          </a:xfrm>
        </p:spPr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0957ADB-410A-48BE-AA95-3A708314B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112591B-8032-4FDF-9B26-8F505642C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4522160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42F4163-FF9F-453F-99BB-82B8FDB0A1F9}"/>
              </a:ext>
            </a:extLst>
          </p:cNvPr>
          <p:cNvSpPr/>
          <p:nvPr userDrawn="1"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9F91D62-7A39-4697-A73D-908DBA590EF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22392" y="2798064"/>
            <a:ext cx="1463040" cy="1481328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687A7A61-F904-44E0-837C-FB357932BC1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76072" y="2798064"/>
            <a:ext cx="1463040" cy="1481328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6B8374DB-2C54-426F-9768-7B838BE1F98D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7845552" y="2798064"/>
            <a:ext cx="1463040" cy="1481328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6763C05-47FB-4725-A20D-066889246220}"/>
              </a:ext>
            </a:extLst>
          </p:cNvPr>
          <p:cNvSpPr/>
          <p:nvPr userDrawn="1"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9EDC39EC-C00D-4DE8-8828-E0E5AD579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2" name="Picture Placeholder 14">
            <a:extLst>
              <a:ext uri="{FF2B5EF4-FFF2-40B4-BE49-F238E27FC236}">
                <a16:creationId xmlns:a16="http://schemas.microsoft.com/office/drawing/2014/main" id="{AC393A50-B0FA-44B0-850A-6E748DECA20A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999232" y="2798064"/>
            <a:ext cx="1463040" cy="1481328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33" name="Picture Placeholder 14">
            <a:extLst>
              <a:ext uri="{FF2B5EF4-FFF2-40B4-BE49-F238E27FC236}">
                <a16:creationId xmlns:a16="http://schemas.microsoft.com/office/drawing/2014/main" id="{C19D18E3-AE27-4902-A5E1-1E388C8CA886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10268712" y="2798064"/>
            <a:ext cx="1463040" cy="1481328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C4A1E4D4-19E0-496B-BBAF-99A720781C00}"/>
              </a:ext>
            </a:extLst>
          </p:cNvPr>
          <p:cNvSpPr>
            <a:spLocks noGrp="1"/>
          </p:cNvSpPr>
          <p:nvPr>
            <p:ph type="dt" sz="half" idx="32"/>
          </p:nvPr>
        </p:nvSpPr>
        <p:spPr>
          <a:xfrm>
            <a:off x="905256" y="6356350"/>
            <a:ext cx="2743200" cy="365125"/>
          </a:xfrm>
        </p:spPr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D0281C10-EAAA-4F45-8CC9-87F9F9116C21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389175D6-43FD-42A2-8595-893FC3BFCDF6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28F74B10-F76D-4BBB-A284-01D5A0DF8BC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431536" y="4489704"/>
            <a:ext cx="1462088" cy="64928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BD245DC2-6D7B-4AEE-B8EE-0D0E473AFFF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845552" y="4489704"/>
            <a:ext cx="1462088" cy="64928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28069EAF-8C82-49CC-8A38-2ACAD26F7DE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268712" y="4489704"/>
            <a:ext cx="1462088" cy="64928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DAA3B1CD-59B3-4B73-B91A-88CED1D8FDD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94360" y="4489704"/>
            <a:ext cx="1462088" cy="64928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C1FED6B0-DEB7-46E3-8038-FE6788AC24A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008376" y="4489704"/>
            <a:ext cx="1462088" cy="64928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431511748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5256" y="6356350"/>
            <a:ext cx="2743200" cy="365125"/>
          </a:xfrm>
        </p:spPr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6934960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 userDrawn="1"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6072" y="2372650"/>
            <a:ext cx="329184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072" y="3203688"/>
            <a:ext cx="3291840" cy="2968512"/>
          </a:xfrm>
        </p:spPr>
        <p:txBody>
          <a:bodyPr/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507992" y="2372650"/>
            <a:ext cx="329184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07992" y="3203687"/>
            <a:ext cx="3291840" cy="2968511"/>
          </a:xfrm>
        </p:spPr>
        <p:txBody>
          <a:bodyPr/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5256" y="6356350"/>
            <a:ext cx="2743200" cy="365125"/>
          </a:xfrm>
        </p:spPr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CE04853A-B5A7-418B-B49F-E718136614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39912" y="2372650"/>
            <a:ext cx="329184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D08E5547-BBB9-4D87-A012-6BC6B133086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39912" y="3203687"/>
            <a:ext cx="3291840" cy="2968511"/>
          </a:xfrm>
        </p:spPr>
        <p:txBody>
          <a:bodyPr/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261088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3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2CD68929-9BD1-4A1E-9C1E-5B980D986EC1}"/>
              </a:ext>
            </a:extLst>
          </p:cNvPr>
          <p:cNvSpPr/>
          <p:nvPr userDrawn="1"/>
        </p:nvSpPr>
        <p:spPr>
          <a:xfrm>
            <a:off x="409575" y="633619"/>
            <a:ext cx="4927413" cy="5495925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978408"/>
            <a:ext cx="4059936" cy="1106424"/>
          </a:xfrm>
        </p:spPr>
        <p:txBody>
          <a:bodyPr anchor="ctr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2359152"/>
            <a:ext cx="4059936" cy="3429000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9F91D62-7A39-4697-A73D-908DBA590E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61120" y="566928"/>
            <a:ext cx="2871216" cy="2340864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687A7A61-F904-44E0-837C-FB357932BC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843016" y="566928"/>
            <a:ext cx="2871216" cy="2340864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ED68CE-A00C-4DD9-8065-B0E3D033BC20}"/>
              </a:ext>
            </a:extLst>
          </p:cNvPr>
          <p:cNvSpPr/>
          <p:nvPr userDrawn="1"/>
        </p:nvSpPr>
        <p:spPr>
          <a:xfrm>
            <a:off x="345567" y="117043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3EDCB6-603C-4A22-80E6-232A6202452A}"/>
              </a:ext>
            </a:extLst>
          </p:cNvPr>
          <p:cNvSpPr/>
          <p:nvPr userDrawn="1"/>
        </p:nvSpPr>
        <p:spPr>
          <a:xfrm>
            <a:off x="877459" y="2121408"/>
            <a:ext cx="3958650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FBB9124E-D1EB-4540-B1E1-DF3CD388BB2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843016" y="3108960"/>
            <a:ext cx="5989320" cy="3054096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88171D0F-B23C-4DA9-9F5D-C5F480A4C5BE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905256" y="6356350"/>
            <a:ext cx="2743200" cy="365125"/>
          </a:xfrm>
        </p:spPr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69186A5E-A88B-4AD5-8730-E1679229BB9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FDD4F609-6DE6-4637-A216-DB19D982FF1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971716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2CD68929-9BD1-4A1E-9C1E-5B980D986EC1}"/>
              </a:ext>
            </a:extLst>
          </p:cNvPr>
          <p:cNvSpPr/>
          <p:nvPr userDrawn="1"/>
        </p:nvSpPr>
        <p:spPr>
          <a:xfrm>
            <a:off x="7324344" y="630936"/>
            <a:ext cx="4517136" cy="5495925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978408"/>
            <a:ext cx="3721608" cy="1106424"/>
          </a:xfrm>
        </p:spPr>
        <p:txBody>
          <a:bodyPr anchor="ctr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9F91D62-7A39-4697-A73D-908DBA590E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67328" y="630936"/>
            <a:ext cx="3246120" cy="2688336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687A7A61-F904-44E0-837C-FB357932BC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1480" y="630936"/>
            <a:ext cx="3246120" cy="2688336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ED68CE-A00C-4DD9-8065-B0E3D033BC20}"/>
              </a:ext>
            </a:extLst>
          </p:cNvPr>
          <p:cNvSpPr/>
          <p:nvPr userDrawn="1"/>
        </p:nvSpPr>
        <p:spPr>
          <a:xfrm>
            <a:off x="7260336" y="1179576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FBB9124E-D1EB-4540-B1E1-DF3CD388BB2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11480" y="3438144"/>
            <a:ext cx="3246120" cy="2688336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88171D0F-B23C-4DA9-9F5D-C5F480A4C5BE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905256" y="6356350"/>
            <a:ext cx="2743200" cy="365125"/>
          </a:xfrm>
        </p:spPr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69186A5E-A88B-4AD5-8730-E1679229BB9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FDD4F609-6DE6-4637-A216-DB19D982FF1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5280B1-DD77-4ADB-A6FC-71309BCB66E1}"/>
              </a:ext>
            </a:extLst>
          </p:cNvPr>
          <p:cNvSpPr/>
          <p:nvPr userDrawn="1"/>
        </p:nvSpPr>
        <p:spPr>
          <a:xfrm>
            <a:off x="7792216" y="2185416"/>
            <a:ext cx="3683187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6B8374DB-2C54-426F-9768-7B838BE1F98D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767328" y="3438144"/>
            <a:ext cx="3246120" cy="2688336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0D33A8D-B0BB-4920-AAC4-6EE9952AA55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772400" y="3099816"/>
            <a:ext cx="3721100" cy="447675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FC2F80E1-DA5D-4EBA-BDBC-FFD24776ED0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772400" y="4215384"/>
            <a:ext cx="3721100" cy="447675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536A3E74-5D94-4FE5-A5F8-7DA032AD48A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772400" y="5321808"/>
            <a:ext cx="3721100" cy="447675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14">
            <a:extLst>
              <a:ext uri="{FF2B5EF4-FFF2-40B4-BE49-F238E27FC236}">
                <a16:creationId xmlns:a16="http://schemas.microsoft.com/office/drawing/2014/main" id="{A36D2011-9E99-44AA-8612-4EEBAAA5D036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7772400" y="2532888"/>
            <a:ext cx="457200" cy="457200"/>
          </a:xfrm>
        </p:spPr>
        <p:txBody>
          <a:bodyPr anchor="ctr"/>
          <a:lstStyle>
            <a:lvl1pPr algn="ctr">
              <a:buNone/>
              <a:defRPr sz="9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4" name="Picture Placeholder 14">
            <a:extLst>
              <a:ext uri="{FF2B5EF4-FFF2-40B4-BE49-F238E27FC236}">
                <a16:creationId xmlns:a16="http://schemas.microsoft.com/office/drawing/2014/main" id="{80B0958E-0709-4604-ADAF-A6137275F31B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72400" y="3630168"/>
            <a:ext cx="457200" cy="457200"/>
          </a:xfrm>
        </p:spPr>
        <p:txBody>
          <a:bodyPr anchor="ctr"/>
          <a:lstStyle>
            <a:lvl1pPr algn="ctr">
              <a:buNone/>
              <a:defRPr sz="9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5" name="Picture Placeholder 14">
            <a:extLst>
              <a:ext uri="{FF2B5EF4-FFF2-40B4-BE49-F238E27FC236}">
                <a16:creationId xmlns:a16="http://schemas.microsoft.com/office/drawing/2014/main" id="{F4A09204-1398-472F-B713-0AD49188773D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7772400" y="4754880"/>
            <a:ext cx="457200" cy="457200"/>
          </a:xfrm>
        </p:spPr>
        <p:txBody>
          <a:bodyPr anchor="ctr"/>
          <a:lstStyle>
            <a:lvl1pPr algn="ctr">
              <a:buNone/>
              <a:defRPr sz="900"/>
            </a:lvl1pPr>
          </a:lstStyle>
          <a:p>
            <a:r>
              <a:rPr lang="en-US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439343686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 userDrawn="1"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994428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0377844"/>
      </p:ext>
    </p:extLst>
  </p:cSld>
  <p:clrMapOvr>
    <a:masterClrMapping/>
  </p:clrMapOvr>
  <p:transition spd="slow">
    <p:wip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224510"/>
      </p:ext>
    </p:extLst>
  </p:cSld>
  <p:clrMapOvr>
    <a:masterClrMapping/>
  </p:clrMapOvr>
  <p:transition spd="slow">
    <p:wip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248202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9/4/20XX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5134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30" r:id="rId2"/>
    <p:sldLayoutId id="2147483731" r:id="rId3"/>
    <p:sldLayoutId id="2147483723" r:id="rId4"/>
    <p:sldLayoutId id="2147483722" r:id="rId5"/>
    <p:sldLayoutId id="2147483732" r:id="rId6"/>
    <p:sldLayoutId id="2147483736" r:id="rId7"/>
    <p:sldLayoutId id="2147483725" r:id="rId8"/>
    <p:sldLayoutId id="2147483733" r:id="rId9"/>
    <p:sldLayoutId id="2147483734" r:id="rId10"/>
    <p:sldLayoutId id="2147483735" r:id="rId11"/>
    <p:sldLayoutId id="2147483726" r:id="rId12"/>
    <p:sldLayoutId id="2147483727" r:id="rId13"/>
    <p:sldLayoutId id="2147483728" r:id="rId14"/>
    <p:sldLayoutId id="2147483729" r:id="rId15"/>
  </p:sldLayoutIdLst>
  <p:transition spd="slow">
    <p:wipe/>
  </p:transition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1C4E306-BC28-4A7B-871B-1926F6FA6E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C3ECC9B4-989C-4F71-A6BC-DEBC1D9FD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452322" cy="6858000"/>
          </a:xfrm>
          <a:custGeom>
            <a:avLst/>
            <a:gdLst>
              <a:gd name="connsiteX0" fmla="*/ 0 w 8452322"/>
              <a:gd name="connsiteY0" fmla="*/ 0 h 6858000"/>
              <a:gd name="connsiteX1" fmla="*/ 7447992 w 8452322"/>
              <a:gd name="connsiteY1" fmla="*/ 0 h 6858000"/>
              <a:gd name="connsiteX2" fmla="*/ 7501089 w 8452322"/>
              <a:gd name="connsiteY2" fmla="*/ 79009 h 6858000"/>
              <a:gd name="connsiteX3" fmla="*/ 8452322 w 8452322"/>
              <a:gd name="connsiteY3" fmla="*/ 3429001 h 6858000"/>
              <a:gd name="connsiteX4" fmla="*/ 7501089 w 8452322"/>
              <a:gd name="connsiteY4" fmla="*/ 6778993 h 6858000"/>
              <a:gd name="connsiteX5" fmla="*/ 7447994 w 8452322"/>
              <a:gd name="connsiteY5" fmla="*/ 6858000 h 6858000"/>
              <a:gd name="connsiteX6" fmla="*/ 0 w 845232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452322" h="6858000">
                <a:moveTo>
                  <a:pt x="0" y="0"/>
                </a:moveTo>
                <a:lnTo>
                  <a:pt x="7447992" y="0"/>
                </a:lnTo>
                <a:lnTo>
                  <a:pt x="7501089" y="79009"/>
                </a:lnTo>
                <a:cubicBezTo>
                  <a:pt x="8098524" y="1013167"/>
                  <a:pt x="8452322" y="2172770"/>
                  <a:pt x="8452322" y="3429001"/>
                </a:cubicBezTo>
                <a:cubicBezTo>
                  <a:pt x="8452322" y="4685233"/>
                  <a:pt x="8098524" y="5844836"/>
                  <a:pt x="7501089" y="6778993"/>
                </a:cubicBezTo>
                <a:lnTo>
                  <a:pt x="7447994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7948E8DE-A931-4EF0-BE1D-F10274740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443572" cy="6858000"/>
          </a:xfrm>
          <a:custGeom>
            <a:avLst/>
            <a:gdLst>
              <a:gd name="connsiteX0" fmla="*/ 0 w 8443572"/>
              <a:gd name="connsiteY0" fmla="*/ 0 h 6858000"/>
              <a:gd name="connsiteX1" fmla="*/ 7439242 w 8443572"/>
              <a:gd name="connsiteY1" fmla="*/ 0 h 6858000"/>
              <a:gd name="connsiteX2" fmla="*/ 7492339 w 8443572"/>
              <a:gd name="connsiteY2" fmla="*/ 79009 h 6858000"/>
              <a:gd name="connsiteX3" fmla="*/ 8443572 w 8443572"/>
              <a:gd name="connsiteY3" fmla="*/ 3429001 h 6858000"/>
              <a:gd name="connsiteX4" fmla="*/ 7492339 w 8443572"/>
              <a:gd name="connsiteY4" fmla="*/ 6778993 h 6858000"/>
              <a:gd name="connsiteX5" fmla="*/ 7439244 w 8443572"/>
              <a:gd name="connsiteY5" fmla="*/ 6858000 h 6858000"/>
              <a:gd name="connsiteX6" fmla="*/ 0 w 844357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443572" h="6858000">
                <a:moveTo>
                  <a:pt x="0" y="0"/>
                </a:moveTo>
                <a:lnTo>
                  <a:pt x="7439242" y="0"/>
                </a:lnTo>
                <a:lnTo>
                  <a:pt x="7492339" y="79009"/>
                </a:lnTo>
                <a:cubicBezTo>
                  <a:pt x="8089774" y="1013167"/>
                  <a:pt x="8443572" y="2172770"/>
                  <a:pt x="8443572" y="3429001"/>
                </a:cubicBezTo>
                <a:cubicBezTo>
                  <a:pt x="8443572" y="4685233"/>
                  <a:pt x="8089774" y="5844836"/>
                  <a:pt x="7492339" y="6778993"/>
                </a:cubicBezTo>
                <a:lnTo>
                  <a:pt x="7439244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0D9D20-B4BB-42AA-8DDD-68CC9F1D95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6893" y="1238250"/>
            <a:ext cx="7003107" cy="4381500"/>
          </a:xfrm>
        </p:spPr>
        <p:txBody>
          <a:bodyPr anchor="ctr">
            <a:normAutofit/>
          </a:bodyPr>
          <a:lstStyle/>
          <a:p>
            <a:pPr algn="l"/>
            <a:r>
              <a:rPr lang="en-US" sz="7200"/>
              <a:t>CSCI490-ERD</a:t>
            </a:r>
            <a:endParaRPr lang="en-US" sz="7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9E8FDB-60EE-45AE-BB89-9A561A61C2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91575" y="1238250"/>
            <a:ext cx="3000375" cy="4381500"/>
          </a:xfrm>
          <a:solidFill>
            <a:schemeClr val="tx1">
              <a:lumMod val="75000"/>
              <a:lumOff val="25000"/>
            </a:schemeClr>
          </a:solidFill>
        </p:spPr>
        <p:txBody>
          <a:bodyPr anchor="ctr">
            <a:normAutofit/>
          </a:bodyPr>
          <a:lstStyle/>
          <a:p>
            <a:pPr algn="l"/>
            <a:r>
              <a:rPr lang="en-US" dirty="0"/>
              <a:t>Rozan Youssef El Majzoub</a:t>
            </a:r>
          </a:p>
          <a:p>
            <a:pPr algn="l"/>
            <a:r>
              <a:rPr lang="en-US" dirty="0"/>
              <a:t>Dr. Walid Amer</a:t>
            </a:r>
          </a:p>
          <a:p>
            <a:pPr algn="l"/>
            <a:r>
              <a:rPr lang="en-US" dirty="0"/>
              <a:t>LIU-Department of Computer Science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E4BB4F-99AB-4C4E-A763-C5AC5273DF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27916"/>
            <a:ext cx="128016" cy="1188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37378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2D6FBB9D-1CAA-4D05-AB33-BABDFE17B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4727B71-B4B6-4823-80A1-68C40B475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9A6DB05-9FB5-4B07-8675-74C23D4FD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A52B99F1-B2DC-437E-A8A1-A57F2F29F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55F8BA08-3E38-4B70-B93A-74F08E092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684398"/>
            <a:ext cx="11167447" cy="520604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57F1B33-79AB-4A71-8CEC-4546D709B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2935374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134282-2FC4-C470-B9E9-9A65D5EF0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65A5C87-DF58-40C8-B092-1DE63DB4547E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 dirty="0"/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24ED701C-DAC2-2918-4BDB-1AA6BB8A5D16}"/>
              </a:ext>
            </a:extLst>
          </p:cNvPr>
          <p:cNvSpPr/>
          <p:nvPr/>
        </p:nvSpPr>
        <p:spPr>
          <a:xfrm>
            <a:off x="6012971" y="564385"/>
            <a:ext cx="1634122" cy="2123768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378191F-3D4C-AC0F-5CCD-58D160FC65AF}"/>
              </a:ext>
            </a:extLst>
          </p:cNvPr>
          <p:cNvCxnSpPr/>
          <p:nvPr/>
        </p:nvCxnSpPr>
        <p:spPr>
          <a:xfrm>
            <a:off x="6012972" y="1064397"/>
            <a:ext cx="163412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F49DD00-D55D-4E97-5003-00484B69C52C}"/>
              </a:ext>
            </a:extLst>
          </p:cNvPr>
          <p:cNvSpPr txBox="1"/>
          <p:nvPr/>
        </p:nvSpPr>
        <p:spPr>
          <a:xfrm>
            <a:off x="6215954" y="655887"/>
            <a:ext cx="1193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users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A29BA6-CC94-E9F4-4331-C9596C34D35E}"/>
              </a:ext>
            </a:extLst>
          </p:cNvPr>
          <p:cNvSpPr txBox="1"/>
          <p:nvPr/>
        </p:nvSpPr>
        <p:spPr>
          <a:xfrm>
            <a:off x="6169086" y="1138922"/>
            <a:ext cx="1321892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users_id(pk)</a:t>
            </a:r>
          </a:p>
          <a:p>
            <a:r>
              <a:rPr lang="en-US" sz="1100" dirty="0"/>
              <a:t>email(unique)</a:t>
            </a:r>
          </a:p>
          <a:p>
            <a:r>
              <a:rPr lang="en-US" sz="1100" dirty="0"/>
              <a:t>name</a:t>
            </a:r>
          </a:p>
          <a:p>
            <a:r>
              <a:rPr lang="en-US" sz="1100" dirty="0"/>
              <a:t>number</a:t>
            </a:r>
          </a:p>
          <a:p>
            <a:r>
              <a:rPr lang="en-US" sz="1100" dirty="0"/>
              <a:t>password</a:t>
            </a:r>
          </a:p>
          <a:p>
            <a:r>
              <a:rPr lang="en-US" sz="1100" dirty="0"/>
              <a:t>address</a:t>
            </a:r>
          </a:p>
          <a:p>
            <a:r>
              <a:rPr lang="en-US" sz="1100" dirty="0"/>
              <a:t>type</a:t>
            </a:r>
          </a:p>
        </p:txBody>
      </p:sp>
      <p:sp>
        <p:nvSpPr>
          <p:cNvPr id="16" name="Flowchart: Alternate Process 15">
            <a:extLst>
              <a:ext uri="{FF2B5EF4-FFF2-40B4-BE49-F238E27FC236}">
                <a16:creationId xmlns:a16="http://schemas.microsoft.com/office/drawing/2014/main" id="{B167F3CF-8017-CCDA-C89B-F7612A924F22}"/>
              </a:ext>
            </a:extLst>
          </p:cNvPr>
          <p:cNvSpPr/>
          <p:nvPr/>
        </p:nvSpPr>
        <p:spPr>
          <a:xfrm>
            <a:off x="586871" y="1859913"/>
            <a:ext cx="1741508" cy="2049484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17B810D-02C0-C323-1841-51BCBCA7958E}"/>
              </a:ext>
            </a:extLst>
          </p:cNvPr>
          <p:cNvCxnSpPr>
            <a:cxnSpLocks/>
          </p:cNvCxnSpPr>
          <p:nvPr/>
        </p:nvCxnSpPr>
        <p:spPr>
          <a:xfrm>
            <a:off x="586871" y="2153264"/>
            <a:ext cx="1741507" cy="646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5678948B-2730-C0E9-B350-7EAEA4EB6966}"/>
              </a:ext>
            </a:extLst>
          </p:cNvPr>
          <p:cNvSpPr txBox="1"/>
          <p:nvPr/>
        </p:nvSpPr>
        <p:spPr>
          <a:xfrm>
            <a:off x="564148" y="1803200"/>
            <a:ext cx="1785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products_main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87BC882-7F18-DE7F-2281-087BF4BD8DB9}"/>
              </a:ext>
            </a:extLst>
          </p:cNvPr>
          <p:cNvSpPr txBox="1"/>
          <p:nvPr/>
        </p:nvSpPr>
        <p:spPr>
          <a:xfrm>
            <a:off x="563494" y="2131092"/>
            <a:ext cx="2047633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id(pk)</a:t>
            </a:r>
          </a:p>
          <a:p>
            <a:r>
              <a:rPr lang="en-US" sz="900" dirty="0"/>
              <a:t>name</a:t>
            </a:r>
          </a:p>
          <a:p>
            <a:r>
              <a:rPr lang="en-US" sz="900" dirty="0"/>
              <a:t>image</a:t>
            </a:r>
          </a:p>
          <a:p>
            <a:r>
              <a:rPr lang="en-US" sz="900" dirty="0"/>
              <a:t>description</a:t>
            </a:r>
          </a:p>
          <a:p>
            <a:r>
              <a:rPr lang="en-US" sz="900" dirty="0"/>
              <a:t>featured</a:t>
            </a:r>
          </a:p>
          <a:p>
            <a:r>
              <a:rPr lang="en-US" sz="900" dirty="0"/>
              <a:t>status</a:t>
            </a:r>
          </a:p>
          <a:p>
            <a:r>
              <a:rPr lang="en-US" sz="900" dirty="0" err="1"/>
              <a:t>created_at</a:t>
            </a:r>
            <a:endParaRPr lang="en-US" sz="900" dirty="0"/>
          </a:p>
          <a:p>
            <a:r>
              <a:rPr lang="en-US" sz="900" dirty="0"/>
              <a:t>price</a:t>
            </a:r>
          </a:p>
          <a:p>
            <a:r>
              <a:rPr lang="en-US" sz="900" dirty="0"/>
              <a:t>stock</a:t>
            </a:r>
          </a:p>
        </p:txBody>
      </p:sp>
      <p:sp>
        <p:nvSpPr>
          <p:cNvPr id="33" name="Flowchart: Alternate Process 32">
            <a:extLst>
              <a:ext uri="{FF2B5EF4-FFF2-40B4-BE49-F238E27FC236}">
                <a16:creationId xmlns:a16="http://schemas.microsoft.com/office/drawing/2014/main" id="{6A5E25CC-311A-0EBC-DC90-6BBF14FE0C65}"/>
              </a:ext>
            </a:extLst>
          </p:cNvPr>
          <p:cNvSpPr/>
          <p:nvPr/>
        </p:nvSpPr>
        <p:spPr>
          <a:xfrm>
            <a:off x="2451188" y="4914637"/>
            <a:ext cx="1634122" cy="1309590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lowchart: Alternate Process 33">
            <a:extLst>
              <a:ext uri="{FF2B5EF4-FFF2-40B4-BE49-F238E27FC236}">
                <a16:creationId xmlns:a16="http://schemas.microsoft.com/office/drawing/2014/main" id="{94B45EE0-DAAE-CDFE-C6EA-9FE25AA41DCE}"/>
              </a:ext>
            </a:extLst>
          </p:cNvPr>
          <p:cNvSpPr/>
          <p:nvPr/>
        </p:nvSpPr>
        <p:spPr>
          <a:xfrm>
            <a:off x="2345922" y="7925"/>
            <a:ext cx="1634122" cy="1342963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957F397-D37C-775D-C088-348F92983C89}"/>
              </a:ext>
            </a:extLst>
          </p:cNvPr>
          <p:cNvCxnSpPr>
            <a:cxnSpLocks/>
          </p:cNvCxnSpPr>
          <p:nvPr/>
        </p:nvCxnSpPr>
        <p:spPr>
          <a:xfrm>
            <a:off x="2463970" y="5248014"/>
            <a:ext cx="162134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4FFB4F8-B355-443A-F3C5-FA0289E4C7F9}"/>
              </a:ext>
            </a:extLst>
          </p:cNvPr>
          <p:cNvCxnSpPr>
            <a:cxnSpLocks/>
          </p:cNvCxnSpPr>
          <p:nvPr/>
        </p:nvCxnSpPr>
        <p:spPr>
          <a:xfrm>
            <a:off x="2328378" y="366464"/>
            <a:ext cx="165166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0C4D483A-10D0-95D0-08E3-C5D47C20FB56}"/>
              </a:ext>
            </a:extLst>
          </p:cNvPr>
          <p:cNvSpPr txBox="1"/>
          <p:nvPr/>
        </p:nvSpPr>
        <p:spPr>
          <a:xfrm>
            <a:off x="2513125" y="2730"/>
            <a:ext cx="1191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brand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E378F5F-7207-7631-9881-8C2E90640B9E}"/>
              </a:ext>
            </a:extLst>
          </p:cNvPr>
          <p:cNvSpPr txBox="1"/>
          <p:nvPr/>
        </p:nvSpPr>
        <p:spPr>
          <a:xfrm>
            <a:off x="2548521" y="527412"/>
            <a:ext cx="12801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id(pk)</a:t>
            </a:r>
          </a:p>
          <a:p>
            <a:r>
              <a:rPr lang="en-US" sz="1000" dirty="0"/>
              <a:t>name</a:t>
            </a:r>
          </a:p>
          <a:p>
            <a:r>
              <a:rPr lang="en-US" sz="1000" dirty="0"/>
              <a:t>slug</a:t>
            </a:r>
          </a:p>
          <a:p>
            <a:r>
              <a:rPr lang="en-US" sz="1000" dirty="0"/>
              <a:t>status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AC38DE1-A60F-18FB-3A40-B24FA5A496EA}"/>
              </a:ext>
            </a:extLst>
          </p:cNvPr>
          <p:cNvSpPr txBox="1"/>
          <p:nvPr/>
        </p:nvSpPr>
        <p:spPr>
          <a:xfrm>
            <a:off x="2568918" y="5325268"/>
            <a:ext cx="128016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id(pk)</a:t>
            </a:r>
          </a:p>
          <a:p>
            <a:r>
              <a:rPr lang="en-US" sz="1000" dirty="0"/>
              <a:t>name</a:t>
            </a:r>
          </a:p>
          <a:p>
            <a:r>
              <a:rPr lang="en-US" sz="1000" dirty="0"/>
              <a:t>slug</a:t>
            </a:r>
          </a:p>
          <a:p>
            <a:r>
              <a:rPr lang="en-US" sz="1000" dirty="0"/>
              <a:t>status</a:t>
            </a:r>
          </a:p>
          <a:p>
            <a:r>
              <a:rPr lang="en-US" sz="1000" dirty="0"/>
              <a:t>created_at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EB3F0C6-B768-9873-C996-AB2E62F7BBF8}"/>
              </a:ext>
            </a:extLst>
          </p:cNvPr>
          <p:cNvSpPr txBox="1"/>
          <p:nvPr/>
        </p:nvSpPr>
        <p:spPr>
          <a:xfrm>
            <a:off x="2663040" y="4890717"/>
            <a:ext cx="128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categories</a:t>
            </a:r>
          </a:p>
        </p:txBody>
      </p:sp>
      <p:sp>
        <p:nvSpPr>
          <p:cNvPr id="44" name="Flowchart: Alternate Process 43">
            <a:extLst>
              <a:ext uri="{FF2B5EF4-FFF2-40B4-BE49-F238E27FC236}">
                <a16:creationId xmlns:a16="http://schemas.microsoft.com/office/drawing/2014/main" id="{3C6C5999-BE95-7933-FF1F-FFD90314E7A3}"/>
              </a:ext>
            </a:extLst>
          </p:cNvPr>
          <p:cNvSpPr/>
          <p:nvPr/>
        </p:nvSpPr>
        <p:spPr>
          <a:xfrm>
            <a:off x="7249324" y="2367116"/>
            <a:ext cx="1634122" cy="2123768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2E31D04B-F9D0-B01A-AD35-17B8C8C46B39}"/>
              </a:ext>
            </a:extLst>
          </p:cNvPr>
          <p:cNvCxnSpPr/>
          <p:nvPr/>
        </p:nvCxnSpPr>
        <p:spPr>
          <a:xfrm>
            <a:off x="7250307" y="2790395"/>
            <a:ext cx="162822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58CB70DA-10DF-2C92-E08A-3647D1CBCE5B}"/>
              </a:ext>
            </a:extLst>
          </p:cNvPr>
          <p:cNvSpPr txBox="1"/>
          <p:nvPr/>
        </p:nvSpPr>
        <p:spPr>
          <a:xfrm>
            <a:off x="7409590" y="2867981"/>
            <a:ext cx="1309656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id(pk) </a:t>
            </a:r>
          </a:p>
          <a:p>
            <a:r>
              <a:rPr lang="en-US" sz="800" dirty="0"/>
              <a:t>order_date </a:t>
            </a:r>
          </a:p>
          <a:p>
            <a:r>
              <a:rPr lang="en-US" sz="800" dirty="0"/>
              <a:t>status </a:t>
            </a:r>
          </a:p>
          <a:p>
            <a:r>
              <a:rPr lang="en-US" sz="800" dirty="0" err="1"/>
              <a:t>assigned_at</a:t>
            </a:r>
            <a:endParaRPr lang="en-US" sz="800" dirty="0"/>
          </a:p>
          <a:p>
            <a:r>
              <a:rPr lang="en-US" sz="800" dirty="0" err="1"/>
              <a:t>delivered_at</a:t>
            </a:r>
            <a:endParaRPr lang="en-US" sz="800" dirty="0"/>
          </a:p>
          <a:p>
            <a:r>
              <a:rPr lang="en-US" sz="800" dirty="0"/>
              <a:t>total-amount</a:t>
            </a:r>
          </a:p>
          <a:p>
            <a:r>
              <a:rPr lang="en-US" sz="800" dirty="0"/>
              <a:t>name</a:t>
            </a:r>
          </a:p>
          <a:p>
            <a:r>
              <a:rPr lang="en-US" sz="800" dirty="0"/>
              <a:t>email</a:t>
            </a:r>
          </a:p>
          <a:p>
            <a:r>
              <a:rPr lang="en-US" sz="800" dirty="0"/>
              <a:t>phone</a:t>
            </a:r>
          </a:p>
          <a:p>
            <a:r>
              <a:rPr lang="en-US" sz="800" dirty="0"/>
              <a:t>address</a:t>
            </a:r>
          </a:p>
          <a:p>
            <a:r>
              <a:rPr lang="en-US" sz="800" dirty="0" err="1"/>
              <a:t>stock_restored</a:t>
            </a:r>
            <a:endParaRPr lang="en-US" sz="800" dirty="0"/>
          </a:p>
          <a:p>
            <a:endParaRPr lang="en-US" sz="1000" dirty="0"/>
          </a:p>
          <a:p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781D8AB-43AA-82F9-4670-08E1B6497B89}"/>
              </a:ext>
            </a:extLst>
          </p:cNvPr>
          <p:cNvSpPr txBox="1"/>
          <p:nvPr/>
        </p:nvSpPr>
        <p:spPr>
          <a:xfrm>
            <a:off x="7642743" y="2416195"/>
            <a:ext cx="1176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orders</a:t>
            </a:r>
          </a:p>
        </p:txBody>
      </p:sp>
      <p:sp>
        <p:nvSpPr>
          <p:cNvPr id="50" name="Flowchart: Alternate Process 49">
            <a:extLst>
              <a:ext uri="{FF2B5EF4-FFF2-40B4-BE49-F238E27FC236}">
                <a16:creationId xmlns:a16="http://schemas.microsoft.com/office/drawing/2014/main" id="{EFB0EDB1-B70B-C305-9A4A-E08F171D6014}"/>
              </a:ext>
            </a:extLst>
          </p:cNvPr>
          <p:cNvSpPr/>
          <p:nvPr/>
        </p:nvSpPr>
        <p:spPr>
          <a:xfrm>
            <a:off x="4661419" y="3616603"/>
            <a:ext cx="1634122" cy="1586627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0F69C54F-1FCE-7D17-C424-B3BED32A8580}"/>
              </a:ext>
            </a:extLst>
          </p:cNvPr>
          <p:cNvCxnSpPr>
            <a:cxnSpLocks/>
          </p:cNvCxnSpPr>
          <p:nvPr/>
        </p:nvCxnSpPr>
        <p:spPr>
          <a:xfrm>
            <a:off x="4661419" y="4029259"/>
            <a:ext cx="163412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B891EC76-7EAF-4B2D-023B-8C8C92767675}"/>
              </a:ext>
            </a:extLst>
          </p:cNvPr>
          <p:cNvSpPr txBox="1"/>
          <p:nvPr/>
        </p:nvSpPr>
        <p:spPr>
          <a:xfrm>
            <a:off x="5152596" y="3656645"/>
            <a:ext cx="1071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cart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B88329F-F775-EF79-15D0-59AAAB55745E}"/>
              </a:ext>
            </a:extLst>
          </p:cNvPr>
          <p:cNvSpPr txBox="1"/>
          <p:nvPr/>
        </p:nvSpPr>
        <p:spPr>
          <a:xfrm>
            <a:off x="4774108" y="4066702"/>
            <a:ext cx="149690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id(pk) </a:t>
            </a:r>
          </a:p>
          <a:p>
            <a:r>
              <a:rPr lang="en-US" sz="1100" dirty="0"/>
              <a:t>quantity</a:t>
            </a:r>
          </a:p>
          <a:p>
            <a:r>
              <a:rPr lang="en-US" sz="1100" dirty="0"/>
              <a:t>created-at</a:t>
            </a:r>
          </a:p>
        </p:txBody>
      </p:sp>
      <p:sp>
        <p:nvSpPr>
          <p:cNvPr id="60" name="Flowchart: Alternate Process 59">
            <a:extLst>
              <a:ext uri="{FF2B5EF4-FFF2-40B4-BE49-F238E27FC236}">
                <a16:creationId xmlns:a16="http://schemas.microsoft.com/office/drawing/2014/main" id="{95BCCE0A-18F5-D7C7-4A9F-0FCD19A0E239}"/>
              </a:ext>
            </a:extLst>
          </p:cNvPr>
          <p:cNvSpPr/>
          <p:nvPr/>
        </p:nvSpPr>
        <p:spPr>
          <a:xfrm>
            <a:off x="3100143" y="2104607"/>
            <a:ext cx="1098493" cy="1108340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26270FCC-6AA2-ECA4-773B-648E7B980966}"/>
              </a:ext>
            </a:extLst>
          </p:cNvPr>
          <p:cNvCxnSpPr>
            <a:cxnSpLocks/>
          </p:cNvCxnSpPr>
          <p:nvPr/>
        </p:nvCxnSpPr>
        <p:spPr>
          <a:xfrm>
            <a:off x="3092957" y="2337683"/>
            <a:ext cx="1105679" cy="159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86BD94B5-CC0E-ABB9-1FD3-2477D3339202}"/>
              </a:ext>
            </a:extLst>
          </p:cNvPr>
          <p:cNvSpPr txBox="1"/>
          <p:nvPr/>
        </p:nvSpPr>
        <p:spPr>
          <a:xfrm>
            <a:off x="3186408" y="2011680"/>
            <a:ext cx="1186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reviews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5103BC1-A2B3-F652-7A2A-0794B7557C9A}"/>
              </a:ext>
            </a:extLst>
          </p:cNvPr>
          <p:cNvSpPr txBox="1"/>
          <p:nvPr/>
        </p:nvSpPr>
        <p:spPr>
          <a:xfrm>
            <a:off x="3304688" y="2433368"/>
            <a:ext cx="14012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id (pk) </a:t>
            </a:r>
          </a:p>
          <a:p>
            <a:r>
              <a:rPr lang="en-US" sz="1000" dirty="0"/>
              <a:t>rating(1-5)</a:t>
            </a:r>
          </a:p>
          <a:p>
            <a:r>
              <a:rPr lang="en-US" sz="1000" dirty="0"/>
              <a:t>review</a:t>
            </a:r>
          </a:p>
          <a:p>
            <a:r>
              <a:rPr lang="en-US" sz="1000" dirty="0" err="1"/>
              <a:t>created_at</a:t>
            </a:r>
            <a:endParaRPr lang="en-US" sz="1000" dirty="0"/>
          </a:p>
        </p:txBody>
      </p:sp>
      <p:sp>
        <p:nvSpPr>
          <p:cNvPr id="65" name="Flowchart: Alternate Process 64">
            <a:extLst>
              <a:ext uri="{FF2B5EF4-FFF2-40B4-BE49-F238E27FC236}">
                <a16:creationId xmlns:a16="http://schemas.microsoft.com/office/drawing/2014/main" id="{320BBC67-77A5-F894-C4B0-761B20FB25C0}"/>
              </a:ext>
            </a:extLst>
          </p:cNvPr>
          <p:cNvSpPr/>
          <p:nvPr/>
        </p:nvSpPr>
        <p:spPr>
          <a:xfrm>
            <a:off x="9860947" y="1424884"/>
            <a:ext cx="1634122" cy="1729059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4330BB5C-F2E0-3007-AF28-FDC88D783791}"/>
              </a:ext>
            </a:extLst>
          </p:cNvPr>
          <p:cNvCxnSpPr>
            <a:cxnSpLocks/>
          </p:cNvCxnSpPr>
          <p:nvPr/>
        </p:nvCxnSpPr>
        <p:spPr>
          <a:xfrm>
            <a:off x="9883261" y="1807245"/>
            <a:ext cx="163412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629B5AE7-E566-6CCD-5C3B-033048704519}"/>
              </a:ext>
            </a:extLst>
          </p:cNvPr>
          <p:cNvSpPr txBox="1"/>
          <p:nvPr/>
        </p:nvSpPr>
        <p:spPr>
          <a:xfrm>
            <a:off x="9996818" y="1946715"/>
            <a:ext cx="14998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id(pk) payment_method(</a:t>
            </a:r>
          </a:p>
          <a:p>
            <a:r>
              <a:rPr lang="en-US" sz="1000" dirty="0"/>
              <a:t>whish/cash on delivery)</a:t>
            </a:r>
          </a:p>
          <a:p>
            <a:r>
              <a:rPr lang="en-US" sz="1000" dirty="0"/>
              <a:t>payment-status transaction-date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8EE89C8-4941-C032-ECD6-305A52BEC34D}"/>
              </a:ext>
            </a:extLst>
          </p:cNvPr>
          <p:cNvSpPr txBox="1"/>
          <p:nvPr/>
        </p:nvSpPr>
        <p:spPr>
          <a:xfrm>
            <a:off x="10079582" y="1372631"/>
            <a:ext cx="1222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payments</a:t>
            </a:r>
          </a:p>
        </p:txBody>
      </p:sp>
      <p:sp>
        <p:nvSpPr>
          <p:cNvPr id="71" name="Flowchart: Alternate Process 70">
            <a:extLst>
              <a:ext uri="{FF2B5EF4-FFF2-40B4-BE49-F238E27FC236}">
                <a16:creationId xmlns:a16="http://schemas.microsoft.com/office/drawing/2014/main" id="{B1B0F3A5-BB2E-63CE-AE7B-3D9484795E07}"/>
              </a:ext>
            </a:extLst>
          </p:cNvPr>
          <p:cNvSpPr/>
          <p:nvPr/>
        </p:nvSpPr>
        <p:spPr>
          <a:xfrm>
            <a:off x="9581690" y="3806192"/>
            <a:ext cx="1634122" cy="1586627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228975D4-135F-5702-0BA3-CCDE913D6285}"/>
              </a:ext>
            </a:extLst>
          </p:cNvPr>
          <p:cNvCxnSpPr/>
          <p:nvPr/>
        </p:nvCxnSpPr>
        <p:spPr>
          <a:xfrm>
            <a:off x="9581690" y="4212139"/>
            <a:ext cx="163412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2EDC476C-46CE-2040-5F3C-E63652F5CE00}"/>
              </a:ext>
            </a:extLst>
          </p:cNvPr>
          <p:cNvSpPr txBox="1"/>
          <p:nvPr/>
        </p:nvSpPr>
        <p:spPr>
          <a:xfrm>
            <a:off x="9663143" y="4223268"/>
            <a:ext cx="155266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id(pk) </a:t>
            </a:r>
          </a:p>
          <a:p>
            <a:r>
              <a:rPr lang="en-US" sz="1000" dirty="0"/>
              <a:t>address </a:t>
            </a:r>
          </a:p>
          <a:p>
            <a:r>
              <a:rPr lang="en-US" sz="1000" dirty="0"/>
              <a:t>name</a:t>
            </a:r>
          </a:p>
          <a:p>
            <a:r>
              <a:rPr lang="en-US" sz="1000" dirty="0"/>
              <a:t>phone</a:t>
            </a:r>
          </a:p>
          <a:p>
            <a:r>
              <a:rPr lang="en-US" sz="1000" dirty="0"/>
              <a:t>email</a:t>
            </a:r>
          </a:p>
          <a:p>
            <a:r>
              <a:rPr lang="en-US" sz="1000" dirty="0" err="1"/>
              <a:t>created_at</a:t>
            </a:r>
            <a:endParaRPr lang="en-US" sz="10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A4F01BC-210E-86D4-95E1-9A478376C56B}"/>
              </a:ext>
            </a:extLst>
          </p:cNvPr>
          <p:cNvSpPr txBox="1"/>
          <p:nvPr/>
        </p:nvSpPr>
        <p:spPr>
          <a:xfrm>
            <a:off x="9812988" y="3831679"/>
            <a:ext cx="1309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deliveries</a:t>
            </a:r>
          </a:p>
        </p:txBody>
      </p:sp>
      <p:sp>
        <p:nvSpPr>
          <p:cNvPr id="76" name="Flowchart: Alternate Process 75">
            <a:extLst>
              <a:ext uri="{FF2B5EF4-FFF2-40B4-BE49-F238E27FC236}">
                <a16:creationId xmlns:a16="http://schemas.microsoft.com/office/drawing/2014/main" id="{BFA1EC34-C107-54E7-E8FA-C5594ACBD285}"/>
              </a:ext>
            </a:extLst>
          </p:cNvPr>
          <p:cNvSpPr/>
          <p:nvPr/>
        </p:nvSpPr>
        <p:spPr>
          <a:xfrm>
            <a:off x="7121555" y="5053494"/>
            <a:ext cx="1634122" cy="1754325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08E0DC19-F51D-2743-EABC-CBF164DD3B28}"/>
              </a:ext>
            </a:extLst>
          </p:cNvPr>
          <p:cNvCxnSpPr>
            <a:cxnSpLocks/>
          </p:cNvCxnSpPr>
          <p:nvPr/>
        </p:nvCxnSpPr>
        <p:spPr>
          <a:xfrm>
            <a:off x="7121555" y="5395491"/>
            <a:ext cx="1634122" cy="108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FD09AC0D-7CE3-A330-620D-4751D007A792}"/>
              </a:ext>
            </a:extLst>
          </p:cNvPr>
          <p:cNvSpPr txBox="1"/>
          <p:nvPr/>
        </p:nvSpPr>
        <p:spPr>
          <a:xfrm>
            <a:off x="7304524" y="5063348"/>
            <a:ext cx="1472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discounts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6C36CE2-25DA-284D-8B7B-E4EB9C5518BE}"/>
              </a:ext>
            </a:extLst>
          </p:cNvPr>
          <p:cNvSpPr txBox="1"/>
          <p:nvPr/>
        </p:nvSpPr>
        <p:spPr>
          <a:xfrm>
            <a:off x="7212893" y="5475317"/>
            <a:ext cx="150635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id(pk)</a:t>
            </a:r>
          </a:p>
          <a:p>
            <a:r>
              <a:rPr lang="en-US" sz="1000" dirty="0"/>
              <a:t>title</a:t>
            </a:r>
          </a:p>
          <a:p>
            <a:r>
              <a:rPr lang="en-US" sz="1000" dirty="0"/>
              <a:t>start-date</a:t>
            </a:r>
          </a:p>
          <a:p>
            <a:r>
              <a:rPr lang="en-US" sz="1000" dirty="0"/>
              <a:t>end-date status(active-1/inactive-0)</a:t>
            </a:r>
            <a:endParaRPr lang="en-US" dirty="0"/>
          </a:p>
        </p:txBody>
      </p:sp>
      <p:sp>
        <p:nvSpPr>
          <p:cNvPr id="84" name="Flowchart: Alternate Process 83">
            <a:extLst>
              <a:ext uri="{FF2B5EF4-FFF2-40B4-BE49-F238E27FC236}">
                <a16:creationId xmlns:a16="http://schemas.microsoft.com/office/drawing/2014/main" id="{381434FB-DE21-3AE8-98A3-8D883ECCE656}"/>
              </a:ext>
            </a:extLst>
          </p:cNvPr>
          <p:cNvSpPr/>
          <p:nvPr/>
        </p:nvSpPr>
        <p:spPr>
          <a:xfrm>
            <a:off x="145463" y="4863153"/>
            <a:ext cx="1398889" cy="1814636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5640B888-DBEC-0DB2-AC67-4B02EE8250A7}"/>
              </a:ext>
            </a:extLst>
          </p:cNvPr>
          <p:cNvCxnSpPr/>
          <p:nvPr/>
        </p:nvCxnSpPr>
        <p:spPr>
          <a:xfrm>
            <a:off x="141585" y="5203230"/>
            <a:ext cx="139224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F7A6DCBB-5EFF-BB10-472F-E026E0DA95C5}"/>
              </a:ext>
            </a:extLst>
          </p:cNvPr>
          <p:cNvSpPr txBox="1"/>
          <p:nvPr/>
        </p:nvSpPr>
        <p:spPr>
          <a:xfrm>
            <a:off x="348062" y="5432680"/>
            <a:ext cx="110190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id(pk)</a:t>
            </a:r>
          </a:p>
          <a:p>
            <a:r>
              <a:rPr lang="en-US" sz="1000" dirty="0"/>
              <a:t>supplier-name contact-info address</a:t>
            </a:r>
          </a:p>
          <a:p>
            <a:r>
              <a:rPr lang="en-US" sz="1000" dirty="0"/>
              <a:t>created_at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92D3F92-45A4-D173-FB1B-E957F6C46D15}"/>
              </a:ext>
            </a:extLst>
          </p:cNvPr>
          <p:cNvSpPr txBox="1"/>
          <p:nvPr/>
        </p:nvSpPr>
        <p:spPr>
          <a:xfrm>
            <a:off x="334219" y="4839195"/>
            <a:ext cx="1232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suppliers</a:t>
            </a:r>
          </a:p>
        </p:txBody>
      </p:sp>
      <p:sp>
        <p:nvSpPr>
          <p:cNvPr id="91" name="Diamond 90">
            <a:extLst>
              <a:ext uri="{FF2B5EF4-FFF2-40B4-BE49-F238E27FC236}">
                <a16:creationId xmlns:a16="http://schemas.microsoft.com/office/drawing/2014/main" id="{535ABF31-14A8-9E2F-DDFA-66B0F7D81BE7}"/>
              </a:ext>
            </a:extLst>
          </p:cNvPr>
          <p:cNvSpPr/>
          <p:nvPr/>
        </p:nvSpPr>
        <p:spPr>
          <a:xfrm>
            <a:off x="4482849" y="856273"/>
            <a:ext cx="1170434" cy="46410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makes</a:t>
            </a: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E2ED68CE-70C9-C822-4A25-D0FE816597CB}"/>
              </a:ext>
            </a:extLst>
          </p:cNvPr>
          <p:cNvCxnSpPr>
            <a:cxnSpLocks/>
          </p:cNvCxnSpPr>
          <p:nvPr/>
        </p:nvCxnSpPr>
        <p:spPr>
          <a:xfrm flipH="1">
            <a:off x="4056220" y="1303815"/>
            <a:ext cx="1017797" cy="8184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41D1D091-0C18-CB82-291F-C82BB1928FA9}"/>
              </a:ext>
            </a:extLst>
          </p:cNvPr>
          <p:cNvCxnSpPr>
            <a:cxnSpLocks/>
            <a:stCxn id="91" idx="3"/>
          </p:cNvCxnSpPr>
          <p:nvPr/>
        </p:nvCxnSpPr>
        <p:spPr>
          <a:xfrm>
            <a:off x="5653283" y="1088324"/>
            <a:ext cx="35664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CEAE7677-BDE6-DC37-A96B-A17613E7270E}"/>
              </a:ext>
            </a:extLst>
          </p:cNvPr>
          <p:cNvSpPr txBox="1"/>
          <p:nvPr/>
        </p:nvSpPr>
        <p:spPr>
          <a:xfrm>
            <a:off x="5546627" y="881419"/>
            <a:ext cx="25199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A056C4F-13D3-B8A6-7EF2-FD4E559440A2}"/>
              </a:ext>
            </a:extLst>
          </p:cNvPr>
          <p:cNvSpPr txBox="1"/>
          <p:nvPr/>
        </p:nvSpPr>
        <p:spPr>
          <a:xfrm>
            <a:off x="5011921" y="1276133"/>
            <a:ext cx="2728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N</a:t>
            </a:r>
          </a:p>
        </p:txBody>
      </p:sp>
      <p:sp>
        <p:nvSpPr>
          <p:cNvPr id="100" name="Diamond 99">
            <a:extLst>
              <a:ext uri="{FF2B5EF4-FFF2-40B4-BE49-F238E27FC236}">
                <a16:creationId xmlns:a16="http://schemas.microsoft.com/office/drawing/2014/main" id="{E5B9CF57-410A-FAB6-9D1B-0F13A7EA5648}"/>
              </a:ext>
            </a:extLst>
          </p:cNvPr>
          <p:cNvSpPr/>
          <p:nvPr/>
        </p:nvSpPr>
        <p:spPr>
          <a:xfrm>
            <a:off x="2682509" y="3498339"/>
            <a:ext cx="777731" cy="46410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has</a:t>
            </a:r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DA5E703C-E48B-849E-AD28-6B68D7BDFE48}"/>
              </a:ext>
            </a:extLst>
          </p:cNvPr>
          <p:cNvCxnSpPr>
            <a:cxnSpLocks/>
            <a:endCxn id="60" idx="2"/>
          </p:cNvCxnSpPr>
          <p:nvPr/>
        </p:nvCxnSpPr>
        <p:spPr>
          <a:xfrm flipV="1">
            <a:off x="3448028" y="3212947"/>
            <a:ext cx="201362" cy="5265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1F14EBB4-5A11-A4FE-9FEB-262DDA222015}"/>
              </a:ext>
            </a:extLst>
          </p:cNvPr>
          <p:cNvCxnSpPr>
            <a:stCxn id="100" idx="1"/>
          </p:cNvCxnSpPr>
          <p:nvPr/>
        </p:nvCxnSpPr>
        <p:spPr>
          <a:xfrm flipH="1" flipV="1">
            <a:off x="2328378" y="3373734"/>
            <a:ext cx="354131" cy="3566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98232F13-DD9F-0113-89A6-E0B3689D846D}"/>
              </a:ext>
            </a:extLst>
          </p:cNvPr>
          <p:cNvSpPr txBox="1"/>
          <p:nvPr/>
        </p:nvSpPr>
        <p:spPr>
          <a:xfrm>
            <a:off x="3299122" y="3475638"/>
            <a:ext cx="2728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N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8CF8D8D7-7FD2-8CBB-5099-6E7E510F0951}"/>
              </a:ext>
            </a:extLst>
          </p:cNvPr>
          <p:cNvSpPr txBox="1"/>
          <p:nvPr/>
        </p:nvSpPr>
        <p:spPr>
          <a:xfrm>
            <a:off x="2539422" y="3491213"/>
            <a:ext cx="25199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107" name="Diamond 106">
            <a:extLst>
              <a:ext uri="{FF2B5EF4-FFF2-40B4-BE49-F238E27FC236}">
                <a16:creationId xmlns:a16="http://schemas.microsoft.com/office/drawing/2014/main" id="{7B673D5E-C2B0-2787-82C4-D22559E09827}"/>
              </a:ext>
            </a:extLst>
          </p:cNvPr>
          <p:cNvSpPr/>
          <p:nvPr/>
        </p:nvSpPr>
        <p:spPr>
          <a:xfrm>
            <a:off x="2280435" y="1544605"/>
            <a:ext cx="1590812" cy="38690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produces</a:t>
            </a:r>
          </a:p>
        </p:txBody>
      </p: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FED2C3DB-5E53-9B0D-136A-2B648654A2CB}"/>
              </a:ext>
            </a:extLst>
          </p:cNvPr>
          <p:cNvCxnSpPr>
            <a:cxnSpLocks/>
            <a:stCxn id="107" idx="0"/>
            <a:endCxn id="34" idx="2"/>
          </p:cNvCxnSpPr>
          <p:nvPr/>
        </p:nvCxnSpPr>
        <p:spPr>
          <a:xfrm flipV="1">
            <a:off x="3075841" y="1350888"/>
            <a:ext cx="87142" cy="19371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746708A8-FEC1-2522-BF4D-3D40560228F4}"/>
              </a:ext>
            </a:extLst>
          </p:cNvPr>
          <p:cNvCxnSpPr>
            <a:cxnSpLocks/>
          </p:cNvCxnSpPr>
          <p:nvPr/>
        </p:nvCxnSpPr>
        <p:spPr>
          <a:xfrm flipH="1">
            <a:off x="1745389" y="1726627"/>
            <a:ext cx="540125" cy="1218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69947EAA-E4E5-E0E1-D092-B518D395BFC4}"/>
              </a:ext>
            </a:extLst>
          </p:cNvPr>
          <p:cNvSpPr txBox="1"/>
          <p:nvPr/>
        </p:nvSpPr>
        <p:spPr>
          <a:xfrm>
            <a:off x="3060093" y="1382741"/>
            <a:ext cx="25199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F0C79413-E3F7-EEDF-A60F-3CEDE57B4D18}"/>
              </a:ext>
            </a:extLst>
          </p:cNvPr>
          <p:cNvSpPr txBox="1"/>
          <p:nvPr/>
        </p:nvSpPr>
        <p:spPr>
          <a:xfrm>
            <a:off x="2100760" y="1545656"/>
            <a:ext cx="2728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N</a:t>
            </a:r>
          </a:p>
        </p:txBody>
      </p:sp>
      <p:sp>
        <p:nvSpPr>
          <p:cNvPr id="119" name="Diamond 118">
            <a:extLst>
              <a:ext uri="{FF2B5EF4-FFF2-40B4-BE49-F238E27FC236}">
                <a16:creationId xmlns:a16="http://schemas.microsoft.com/office/drawing/2014/main" id="{DA35839F-C48C-F400-A7C0-6FBF8F151E8D}"/>
              </a:ext>
            </a:extLst>
          </p:cNvPr>
          <p:cNvSpPr/>
          <p:nvPr/>
        </p:nvSpPr>
        <p:spPr>
          <a:xfrm>
            <a:off x="1984726" y="4291569"/>
            <a:ext cx="777731" cy="46410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has</a:t>
            </a:r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2D86DB7C-FBDD-9C10-3FD5-E334BCAF9E75}"/>
              </a:ext>
            </a:extLst>
          </p:cNvPr>
          <p:cNvCxnSpPr>
            <a:endCxn id="119" idx="0"/>
          </p:cNvCxnSpPr>
          <p:nvPr/>
        </p:nvCxnSpPr>
        <p:spPr>
          <a:xfrm>
            <a:off x="2100760" y="3918844"/>
            <a:ext cx="272832" cy="3727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491A3F02-B406-CD0C-773A-7E73FD2AB0B1}"/>
              </a:ext>
            </a:extLst>
          </p:cNvPr>
          <p:cNvCxnSpPr>
            <a:stCxn id="119" idx="2"/>
          </p:cNvCxnSpPr>
          <p:nvPr/>
        </p:nvCxnSpPr>
        <p:spPr>
          <a:xfrm>
            <a:off x="2373592" y="4755670"/>
            <a:ext cx="665456" cy="1589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FC4E2A65-32F8-BE05-F8E9-65D8F5F7BAC9}"/>
              </a:ext>
            </a:extLst>
          </p:cNvPr>
          <p:cNvSpPr txBox="1"/>
          <p:nvPr/>
        </p:nvSpPr>
        <p:spPr>
          <a:xfrm>
            <a:off x="2513412" y="4627304"/>
            <a:ext cx="25199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4910D5F5-C17F-269D-3314-3F00B71395C2}"/>
              </a:ext>
            </a:extLst>
          </p:cNvPr>
          <p:cNvSpPr txBox="1"/>
          <p:nvPr/>
        </p:nvSpPr>
        <p:spPr>
          <a:xfrm>
            <a:off x="2295192" y="4105206"/>
            <a:ext cx="2728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N</a:t>
            </a:r>
          </a:p>
        </p:txBody>
      </p:sp>
      <p:sp>
        <p:nvSpPr>
          <p:cNvPr id="126" name="Diamond 125">
            <a:extLst>
              <a:ext uri="{FF2B5EF4-FFF2-40B4-BE49-F238E27FC236}">
                <a16:creationId xmlns:a16="http://schemas.microsoft.com/office/drawing/2014/main" id="{A983E192-3DD3-27CD-DDCF-B5DC105B46D5}"/>
              </a:ext>
            </a:extLst>
          </p:cNvPr>
          <p:cNvSpPr/>
          <p:nvPr/>
        </p:nvSpPr>
        <p:spPr>
          <a:xfrm>
            <a:off x="3148726" y="4243275"/>
            <a:ext cx="1348223" cy="369332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include</a:t>
            </a:r>
          </a:p>
        </p:txBody>
      </p: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65B37235-FBEC-7043-9F93-7564664A8DDD}"/>
              </a:ext>
            </a:extLst>
          </p:cNvPr>
          <p:cNvCxnSpPr>
            <a:endCxn id="126" idx="1"/>
          </p:cNvCxnSpPr>
          <p:nvPr/>
        </p:nvCxnSpPr>
        <p:spPr>
          <a:xfrm>
            <a:off x="2328378" y="3713596"/>
            <a:ext cx="820348" cy="7143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EF44489E-1A17-EE0D-10EE-66714985CE46}"/>
              </a:ext>
            </a:extLst>
          </p:cNvPr>
          <p:cNvCxnSpPr>
            <a:stCxn id="126" idx="3"/>
          </p:cNvCxnSpPr>
          <p:nvPr/>
        </p:nvCxnSpPr>
        <p:spPr>
          <a:xfrm flipV="1">
            <a:off x="4496949" y="4021656"/>
            <a:ext cx="164470" cy="40628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26D905F7-AE09-FB6E-5B79-E174B8F691FD}"/>
              </a:ext>
            </a:extLst>
          </p:cNvPr>
          <p:cNvSpPr txBox="1"/>
          <p:nvPr/>
        </p:nvSpPr>
        <p:spPr>
          <a:xfrm>
            <a:off x="4321427" y="4176153"/>
            <a:ext cx="25199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4B39CC4A-C097-7926-31F8-F2AD4A11CFAB}"/>
              </a:ext>
            </a:extLst>
          </p:cNvPr>
          <p:cNvSpPr txBox="1"/>
          <p:nvPr/>
        </p:nvSpPr>
        <p:spPr>
          <a:xfrm>
            <a:off x="3034251" y="4149054"/>
            <a:ext cx="2728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N</a:t>
            </a:r>
          </a:p>
        </p:txBody>
      </p:sp>
      <p:sp>
        <p:nvSpPr>
          <p:cNvPr id="133" name="Diamond 132">
            <a:extLst>
              <a:ext uri="{FF2B5EF4-FFF2-40B4-BE49-F238E27FC236}">
                <a16:creationId xmlns:a16="http://schemas.microsoft.com/office/drawing/2014/main" id="{C9CDC125-EF16-620C-BC50-5E01C19BEAB3}"/>
              </a:ext>
            </a:extLst>
          </p:cNvPr>
          <p:cNvSpPr/>
          <p:nvPr/>
        </p:nvSpPr>
        <p:spPr>
          <a:xfrm>
            <a:off x="5483045" y="2938862"/>
            <a:ext cx="1170434" cy="46410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owns</a:t>
            </a:r>
          </a:p>
        </p:txBody>
      </p: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10F7794A-03D9-B08C-8B82-B9CD180BF6F6}"/>
              </a:ext>
            </a:extLst>
          </p:cNvPr>
          <p:cNvCxnSpPr>
            <a:stCxn id="133" idx="1"/>
            <a:endCxn id="50" idx="0"/>
          </p:cNvCxnSpPr>
          <p:nvPr/>
        </p:nvCxnSpPr>
        <p:spPr>
          <a:xfrm flipH="1">
            <a:off x="5478480" y="3170913"/>
            <a:ext cx="4565" cy="44569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AACBC6F4-249E-E3FB-F510-E8988829B036}"/>
              </a:ext>
            </a:extLst>
          </p:cNvPr>
          <p:cNvCxnSpPr>
            <a:stCxn id="133" idx="3"/>
            <a:endCxn id="8" idx="2"/>
          </p:cNvCxnSpPr>
          <p:nvPr/>
        </p:nvCxnSpPr>
        <p:spPr>
          <a:xfrm flipV="1">
            <a:off x="6653479" y="2688153"/>
            <a:ext cx="176553" cy="4827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8" name="TextBox 137">
            <a:extLst>
              <a:ext uri="{FF2B5EF4-FFF2-40B4-BE49-F238E27FC236}">
                <a16:creationId xmlns:a16="http://schemas.microsoft.com/office/drawing/2014/main" id="{6FF21F51-A4E3-28CF-8BD4-27DE5FDF4472}"/>
              </a:ext>
            </a:extLst>
          </p:cNvPr>
          <p:cNvSpPr txBox="1"/>
          <p:nvPr/>
        </p:nvSpPr>
        <p:spPr>
          <a:xfrm>
            <a:off x="5443081" y="3226805"/>
            <a:ext cx="25199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B87884F1-F748-6CEF-4297-9FC4322F01C4}"/>
              </a:ext>
            </a:extLst>
          </p:cNvPr>
          <p:cNvSpPr txBox="1"/>
          <p:nvPr/>
        </p:nvSpPr>
        <p:spPr>
          <a:xfrm>
            <a:off x="6468924" y="2884640"/>
            <a:ext cx="25199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140" name="Diamond 139">
            <a:extLst>
              <a:ext uri="{FF2B5EF4-FFF2-40B4-BE49-F238E27FC236}">
                <a16:creationId xmlns:a16="http://schemas.microsoft.com/office/drawing/2014/main" id="{80FB60D3-7282-22A2-E239-B6CFEF17BE14}"/>
              </a:ext>
            </a:extLst>
          </p:cNvPr>
          <p:cNvSpPr/>
          <p:nvPr/>
        </p:nvSpPr>
        <p:spPr>
          <a:xfrm>
            <a:off x="251151" y="4251795"/>
            <a:ext cx="1152873" cy="38690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supply</a:t>
            </a:r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1B221832-6041-44F8-B34D-EB61857D595F}"/>
              </a:ext>
            </a:extLst>
          </p:cNvPr>
          <p:cNvCxnSpPr>
            <a:stCxn id="140" idx="0"/>
          </p:cNvCxnSpPr>
          <p:nvPr/>
        </p:nvCxnSpPr>
        <p:spPr>
          <a:xfrm flipV="1">
            <a:off x="827588" y="3911718"/>
            <a:ext cx="347588" cy="3400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73730C45-E5B4-B3E8-3888-05ADEF2564DB}"/>
              </a:ext>
            </a:extLst>
          </p:cNvPr>
          <p:cNvCxnSpPr>
            <a:stCxn id="140" idx="2"/>
            <a:endCxn id="88" idx="0"/>
          </p:cNvCxnSpPr>
          <p:nvPr/>
        </p:nvCxnSpPr>
        <p:spPr>
          <a:xfrm>
            <a:off x="827588" y="4638696"/>
            <a:ext cx="123114" cy="2004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C966430F-2E27-DF30-307C-FB2D46FF2341}"/>
              </a:ext>
            </a:extLst>
          </p:cNvPr>
          <p:cNvSpPr txBox="1"/>
          <p:nvPr/>
        </p:nvSpPr>
        <p:spPr>
          <a:xfrm>
            <a:off x="659411" y="4055324"/>
            <a:ext cx="2728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N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09A49D60-BBF1-71E1-491C-5EB57D5C19D5}"/>
              </a:ext>
            </a:extLst>
          </p:cNvPr>
          <p:cNvSpPr txBox="1"/>
          <p:nvPr/>
        </p:nvSpPr>
        <p:spPr>
          <a:xfrm>
            <a:off x="870065" y="4564850"/>
            <a:ext cx="1847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900" dirty="0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450268A3-41CE-F12B-67C1-818F8574C2F7}"/>
              </a:ext>
            </a:extLst>
          </p:cNvPr>
          <p:cNvSpPr txBox="1"/>
          <p:nvPr/>
        </p:nvSpPr>
        <p:spPr>
          <a:xfrm>
            <a:off x="855265" y="4568764"/>
            <a:ext cx="28725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M</a:t>
            </a:r>
          </a:p>
        </p:txBody>
      </p:sp>
      <p:sp>
        <p:nvSpPr>
          <p:cNvPr id="148" name="Diamond 147">
            <a:extLst>
              <a:ext uri="{FF2B5EF4-FFF2-40B4-BE49-F238E27FC236}">
                <a16:creationId xmlns:a16="http://schemas.microsoft.com/office/drawing/2014/main" id="{C7592AB9-4309-8D7C-9D2B-1F2DA707163F}"/>
              </a:ext>
            </a:extLst>
          </p:cNvPr>
          <p:cNvSpPr/>
          <p:nvPr/>
        </p:nvSpPr>
        <p:spPr>
          <a:xfrm>
            <a:off x="9133590" y="3161707"/>
            <a:ext cx="777731" cy="46410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has</a:t>
            </a:r>
          </a:p>
        </p:txBody>
      </p: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C7484A58-B6BA-B146-B355-BD52E158E130}"/>
              </a:ext>
            </a:extLst>
          </p:cNvPr>
          <p:cNvCxnSpPr>
            <a:stCxn id="148" idx="3"/>
            <a:endCxn id="71" idx="0"/>
          </p:cNvCxnSpPr>
          <p:nvPr/>
        </p:nvCxnSpPr>
        <p:spPr>
          <a:xfrm>
            <a:off x="9911321" y="3393758"/>
            <a:ext cx="487430" cy="4124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97AC2DED-2B13-75B3-4A62-E3159BB02CF0}"/>
              </a:ext>
            </a:extLst>
          </p:cNvPr>
          <p:cNvCxnSpPr>
            <a:stCxn id="148" idx="1"/>
          </p:cNvCxnSpPr>
          <p:nvPr/>
        </p:nvCxnSpPr>
        <p:spPr>
          <a:xfrm flipH="1" flipV="1">
            <a:off x="8879512" y="2959865"/>
            <a:ext cx="254078" cy="4338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B8BF71AA-D5B4-3988-436D-41673666F7E6}"/>
              </a:ext>
            </a:extLst>
          </p:cNvPr>
          <p:cNvSpPr txBox="1"/>
          <p:nvPr/>
        </p:nvSpPr>
        <p:spPr>
          <a:xfrm>
            <a:off x="9883261" y="3233161"/>
            <a:ext cx="25199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BA57CEC5-43FC-E89F-504F-0D90742FB8FA}"/>
              </a:ext>
            </a:extLst>
          </p:cNvPr>
          <p:cNvSpPr txBox="1"/>
          <p:nvPr/>
        </p:nvSpPr>
        <p:spPr>
          <a:xfrm>
            <a:off x="9029906" y="3089335"/>
            <a:ext cx="2728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N</a:t>
            </a:r>
          </a:p>
        </p:txBody>
      </p:sp>
      <p:sp>
        <p:nvSpPr>
          <p:cNvPr id="155" name="Diamond 154">
            <a:extLst>
              <a:ext uri="{FF2B5EF4-FFF2-40B4-BE49-F238E27FC236}">
                <a16:creationId xmlns:a16="http://schemas.microsoft.com/office/drawing/2014/main" id="{97086F61-69A3-60AE-2EDC-F295B02D1D8F}"/>
              </a:ext>
            </a:extLst>
          </p:cNvPr>
          <p:cNvSpPr/>
          <p:nvPr/>
        </p:nvSpPr>
        <p:spPr>
          <a:xfrm>
            <a:off x="8468692" y="1282885"/>
            <a:ext cx="777731" cy="46410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has</a:t>
            </a:r>
          </a:p>
        </p:txBody>
      </p: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793035B9-F282-3D9C-2590-CBB54CF17614}"/>
              </a:ext>
            </a:extLst>
          </p:cNvPr>
          <p:cNvCxnSpPr>
            <a:stCxn id="155" idx="2"/>
          </p:cNvCxnSpPr>
          <p:nvPr/>
        </p:nvCxnSpPr>
        <p:spPr>
          <a:xfrm flipH="1">
            <a:off x="8590990" y="1746986"/>
            <a:ext cx="266568" cy="6066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6B75BEA4-E234-4597-0F80-C650DCFB908E}"/>
              </a:ext>
            </a:extLst>
          </p:cNvPr>
          <p:cNvCxnSpPr>
            <a:cxnSpLocks/>
            <a:stCxn id="155" idx="3"/>
          </p:cNvCxnSpPr>
          <p:nvPr/>
        </p:nvCxnSpPr>
        <p:spPr>
          <a:xfrm>
            <a:off x="9246423" y="1514936"/>
            <a:ext cx="611476" cy="2726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61A29129-4988-3F91-9046-00B417C94C91}"/>
              </a:ext>
            </a:extLst>
          </p:cNvPr>
          <p:cNvSpPr txBox="1"/>
          <p:nvPr/>
        </p:nvSpPr>
        <p:spPr>
          <a:xfrm>
            <a:off x="8593250" y="1690523"/>
            <a:ext cx="25199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9226DE1E-0DA1-9BD7-744F-A4FFB913F02E}"/>
              </a:ext>
            </a:extLst>
          </p:cNvPr>
          <p:cNvSpPr txBox="1"/>
          <p:nvPr/>
        </p:nvSpPr>
        <p:spPr>
          <a:xfrm>
            <a:off x="9129146" y="1284103"/>
            <a:ext cx="25199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162" name="Diamond 161">
            <a:extLst>
              <a:ext uri="{FF2B5EF4-FFF2-40B4-BE49-F238E27FC236}">
                <a16:creationId xmlns:a16="http://schemas.microsoft.com/office/drawing/2014/main" id="{40A5F73D-2252-D85F-9ED2-78944CDBB8EA}"/>
              </a:ext>
            </a:extLst>
          </p:cNvPr>
          <p:cNvSpPr/>
          <p:nvPr/>
        </p:nvSpPr>
        <p:spPr>
          <a:xfrm>
            <a:off x="4608686" y="6258803"/>
            <a:ext cx="1237576" cy="462672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contain</a:t>
            </a:r>
          </a:p>
        </p:txBody>
      </p: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E3E03B4E-38BB-696F-68BF-ABDD5DF453A4}"/>
              </a:ext>
            </a:extLst>
          </p:cNvPr>
          <p:cNvCxnSpPr>
            <a:endCxn id="162" idx="3"/>
          </p:cNvCxnSpPr>
          <p:nvPr/>
        </p:nvCxnSpPr>
        <p:spPr>
          <a:xfrm flipH="1">
            <a:off x="5846262" y="4490884"/>
            <a:ext cx="1563328" cy="19992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FF085C04-0DA8-2E6E-E550-0014A7049958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1457625" y="3909397"/>
            <a:ext cx="662836" cy="25389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34B14C7D-6C05-29E1-6BA9-3EC7754F0FCA}"/>
              </a:ext>
            </a:extLst>
          </p:cNvPr>
          <p:cNvCxnSpPr>
            <a:cxnSpLocks/>
            <a:endCxn id="162" idx="1"/>
          </p:cNvCxnSpPr>
          <p:nvPr/>
        </p:nvCxnSpPr>
        <p:spPr>
          <a:xfrm>
            <a:off x="2120461" y="6448343"/>
            <a:ext cx="2488225" cy="417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0" name="TextBox 169">
            <a:extLst>
              <a:ext uri="{FF2B5EF4-FFF2-40B4-BE49-F238E27FC236}">
                <a16:creationId xmlns:a16="http://schemas.microsoft.com/office/drawing/2014/main" id="{72B2B01C-A529-3396-CDA7-4F6B1F275F76}"/>
              </a:ext>
            </a:extLst>
          </p:cNvPr>
          <p:cNvSpPr txBox="1"/>
          <p:nvPr/>
        </p:nvSpPr>
        <p:spPr>
          <a:xfrm>
            <a:off x="4430103" y="6268754"/>
            <a:ext cx="2728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N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4A253287-3BA8-EC7E-568D-06488749E805}"/>
              </a:ext>
            </a:extLst>
          </p:cNvPr>
          <p:cNvSpPr txBox="1"/>
          <p:nvPr/>
        </p:nvSpPr>
        <p:spPr>
          <a:xfrm>
            <a:off x="5672623" y="6246591"/>
            <a:ext cx="28725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M</a:t>
            </a:r>
          </a:p>
        </p:txBody>
      </p:sp>
      <p:sp>
        <p:nvSpPr>
          <p:cNvPr id="172" name="Diamond 171">
            <a:extLst>
              <a:ext uri="{FF2B5EF4-FFF2-40B4-BE49-F238E27FC236}">
                <a16:creationId xmlns:a16="http://schemas.microsoft.com/office/drawing/2014/main" id="{49D2AC79-08C8-B26D-801A-9F741A6E325C}"/>
              </a:ext>
            </a:extLst>
          </p:cNvPr>
          <p:cNvSpPr/>
          <p:nvPr/>
        </p:nvSpPr>
        <p:spPr>
          <a:xfrm>
            <a:off x="8335788" y="4626085"/>
            <a:ext cx="1021753" cy="46410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apply</a:t>
            </a:r>
          </a:p>
        </p:txBody>
      </p: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59611CCA-88DE-7F3A-3E52-15C245AF0F5D}"/>
              </a:ext>
            </a:extLst>
          </p:cNvPr>
          <p:cNvCxnSpPr>
            <a:endCxn id="172" idx="0"/>
          </p:cNvCxnSpPr>
          <p:nvPr/>
        </p:nvCxnSpPr>
        <p:spPr>
          <a:xfrm>
            <a:off x="8807148" y="4406985"/>
            <a:ext cx="39517" cy="2191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8760DBCF-CEDD-1BCC-A40B-8C3B8AF405BA}"/>
              </a:ext>
            </a:extLst>
          </p:cNvPr>
          <p:cNvCxnSpPr>
            <a:stCxn id="172" idx="2"/>
            <a:endCxn id="76" idx="3"/>
          </p:cNvCxnSpPr>
          <p:nvPr/>
        </p:nvCxnSpPr>
        <p:spPr>
          <a:xfrm flipH="1">
            <a:off x="8755677" y="5090186"/>
            <a:ext cx="90988" cy="800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7" name="TextBox 176">
            <a:extLst>
              <a:ext uri="{FF2B5EF4-FFF2-40B4-BE49-F238E27FC236}">
                <a16:creationId xmlns:a16="http://schemas.microsoft.com/office/drawing/2014/main" id="{305D871B-67E6-64F9-F8A1-06227099249E}"/>
              </a:ext>
            </a:extLst>
          </p:cNvPr>
          <p:cNvSpPr txBox="1"/>
          <p:nvPr/>
        </p:nvSpPr>
        <p:spPr>
          <a:xfrm>
            <a:off x="8785764" y="4431945"/>
            <a:ext cx="28725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M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99275B61-31A8-2B47-72DC-00850F2FBFEC}"/>
              </a:ext>
            </a:extLst>
          </p:cNvPr>
          <p:cNvSpPr txBox="1"/>
          <p:nvPr/>
        </p:nvSpPr>
        <p:spPr>
          <a:xfrm>
            <a:off x="8798075" y="5037430"/>
            <a:ext cx="25199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179" name="Diamond 178">
            <a:extLst>
              <a:ext uri="{FF2B5EF4-FFF2-40B4-BE49-F238E27FC236}">
                <a16:creationId xmlns:a16="http://schemas.microsoft.com/office/drawing/2014/main" id="{4DA6F43B-B250-1FB2-9ECC-2299AA5FB2E1}"/>
              </a:ext>
            </a:extLst>
          </p:cNvPr>
          <p:cNvSpPr/>
          <p:nvPr/>
        </p:nvSpPr>
        <p:spPr>
          <a:xfrm>
            <a:off x="7790094" y="187396"/>
            <a:ext cx="1147429" cy="46410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places</a:t>
            </a:r>
          </a:p>
        </p:txBody>
      </p: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98EDCCF4-9033-39BD-C6E9-013165943174}"/>
              </a:ext>
            </a:extLst>
          </p:cNvPr>
          <p:cNvCxnSpPr>
            <a:stCxn id="179" idx="1"/>
            <a:endCxn id="8" idx="0"/>
          </p:cNvCxnSpPr>
          <p:nvPr/>
        </p:nvCxnSpPr>
        <p:spPr>
          <a:xfrm flipH="1">
            <a:off x="6830032" y="419447"/>
            <a:ext cx="960062" cy="1449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5B4D899E-B103-2CF8-C2BE-47C8B2CBA9F2}"/>
              </a:ext>
            </a:extLst>
          </p:cNvPr>
          <p:cNvCxnSpPr>
            <a:cxnSpLocks/>
          </p:cNvCxnSpPr>
          <p:nvPr/>
        </p:nvCxnSpPr>
        <p:spPr>
          <a:xfrm flipH="1">
            <a:off x="7822099" y="564385"/>
            <a:ext cx="326008" cy="18375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4" name="TextBox 183">
            <a:extLst>
              <a:ext uri="{FF2B5EF4-FFF2-40B4-BE49-F238E27FC236}">
                <a16:creationId xmlns:a16="http://schemas.microsoft.com/office/drawing/2014/main" id="{183B6C99-5B53-E1FE-4227-8F0659A013AC}"/>
              </a:ext>
            </a:extLst>
          </p:cNvPr>
          <p:cNvSpPr txBox="1"/>
          <p:nvPr/>
        </p:nvSpPr>
        <p:spPr>
          <a:xfrm>
            <a:off x="7630867" y="202587"/>
            <a:ext cx="25199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CD7F6CDD-75F4-94BB-85A9-C68E71D4215B}"/>
              </a:ext>
            </a:extLst>
          </p:cNvPr>
          <p:cNvSpPr txBox="1"/>
          <p:nvPr/>
        </p:nvSpPr>
        <p:spPr>
          <a:xfrm>
            <a:off x="8342696" y="619359"/>
            <a:ext cx="2728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N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882FDD85-4CA9-9E37-3A13-B0BDBB713A39}"/>
              </a:ext>
            </a:extLst>
          </p:cNvPr>
          <p:cNvSpPr/>
          <p:nvPr/>
        </p:nvSpPr>
        <p:spPr>
          <a:xfrm>
            <a:off x="403761" y="202586"/>
            <a:ext cx="1482647" cy="9312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28923C5-9644-4CC9-4F1A-7C0F4AE6BCA6}"/>
              </a:ext>
            </a:extLst>
          </p:cNvPr>
          <p:cNvSpPr txBox="1"/>
          <p:nvPr/>
        </p:nvSpPr>
        <p:spPr>
          <a:xfrm>
            <a:off x="606304" y="233913"/>
            <a:ext cx="1267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wishlists</a:t>
            </a:r>
            <a:endParaRPr lang="en-US" dirty="0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8DA52791-FDD1-D1BC-0FF4-655CE9A3E3ED}"/>
              </a:ext>
            </a:extLst>
          </p:cNvPr>
          <p:cNvCxnSpPr/>
          <p:nvPr/>
        </p:nvCxnSpPr>
        <p:spPr>
          <a:xfrm>
            <a:off x="400713" y="596972"/>
            <a:ext cx="148428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B29D5221-511E-CF4C-D704-4628FB1D0706}"/>
              </a:ext>
            </a:extLst>
          </p:cNvPr>
          <p:cNvSpPr txBox="1"/>
          <p:nvPr/>
        </p:nvSpPr>
        <p:spPr>
          <a:xfrm>
            <a:off x="452506" y="666905"/>
            <a:ext cx="11091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id</a:t>
            </a:r>
          </a:p>
          <a:p>
            <a:r>
              <a:rPr lang="en-US" sz="800" dirty="0" err="1"/>
              <a:t>created_at</a:t>
            </a:r>
            <a:endParaRPr lang="en-US" sz="800" dirty="0"/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3F1B81DD-786C-C1BF-FE8A-835C207A5E28}"/>
              </a:ext>
            </a:extLst>
          </p:cNvPr>
          <p:cNvCxnSpPr/>
          <p:nvPr/>
        </p:nvCxnSpPr>
        <p:spPr>
          <a:xfrm>
            <a:off x="1884999" y="850191"/>
            <a:ext cx="2200311" cy="6412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Flowchart: Decision 71">
            <a:extLst>
              <a:ext uri="{FF2B5EF4-FFF2-40B4-BE49-F238E27FC236}">
                <a16:creationId xmlns:a16="http://schemas.microsoft.com/office/drawing/2014/main" id="{E2C75D7C-9686-7E7C-9433-E86FC96ED10F}"/>
              </a:ext>
            </a:extLst>
          </p:cNvPr>
          <p:cNvSpPr/>
          <p:nvPr/>
        </p:nvSpPr>
        <p:spPr>
          <a:xfrm>
            <a:off x="3764381" y="1303144"/>
            <a:ext cx="971704" cy="369332"/>
          </a:xfrm>
          <a:prstGeom prst="flowChartDecision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has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7B6571EA-4600-6E0D-3989-82166258084D}"/>
              </a:ext>
            </a:extLst>
          </p:cNvPr>
          <p:cNvCxnSpPr>
            <a:stCxn id="72" idx="3"/>
            <a:endCxn id="8" idx="1"/>
          </p:cNvCxnSpPr>
          <p:nvPr/>
        </p:nvCxnSpPr>
        <p:spPr>
          <a:xfrm>
            <a:off x="4736085" y="1487810"/>
            <a:ext cx="1276886" cy="1384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0FDA25D1-FA22-1915-FE25-95802D8FAB42}"/>
              </a:ext>
            </a:extLst>
          </p:cNvPr>
          <p:cNvSpPr txBox="1"/>
          <p:nvPr/>
        </p:nvSpPr>
        <p:spPr>
          <a:xfrm>
            <a:off x="4625214" y="1309468"/>
            <a:ext cx="25199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680B6FF-42F1-0F1D-B811-D27C730B9ED8}"/>
              </a:ext>
            </a:extLst>
          </p:cNvPr>
          <p:cNvSpPr txBox="1"/>
          <p:nvPr/>
        </p:nvSpPr>
        <p:spPr>
          <a:xfrm>
            <a:off x="3758444" y="1268016"/>
            <a:ext cx="25199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3CE53CC5-A5FC-FF5D-5130-710C91BA04FC}"/>
              </a:ext>
            </a:extLst>
          </p:cNvPr>
          <p:cNvCxnSpPr>
            <a:stCxn id="51" idx="2"/>
          </p:cNvCxnSpPr>
          <p:nvPr/>
        </p:nvCxnSpPr>
        <p:spPr>
          <a:xfrm>
            <a:off x="1145085" y="1133853"/>
            <a:ext cx="138516" cy="7341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" name="Flowchart: Decision 91">
            <a:extLst>
              <a:ext uri="{FF2B5EF4-FFF2-40B4-BE49-F238E27FC236}">
                <a16:creationId xmlns:a16="http://schemas.microsoft.com/office/drawing/2014/main" id="{4101196B-BB88-048F-31BD-52AA46A4871C}"/>
              </a:ext>
            </a:extLst>
          </p:cNvPr>
          <p:cNvSpPr/>
          <p:nvPr/>
        </p:nvSpPr>
        <p:spPr>
          <a:xfrm>
            <a:off x="582911" y="1355639"/>
            <a:ext cx="1190093" cy="349326"/>
          </a:xfrm>
          <a:prstGeom prst="flowChartDecision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contains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D0E66AE-1FA8-4022-FA8D-F62EC7766EBD}"/>
              </a:ext>
            </a:extLst>
          </p:cNvPr>
          <p:cNvSpPr txBox="1"/>
          <p:nvPr/>
        </p:nvSpPr>
        <p:spPr>
          <a:xfrm>
            <a:off x="1103076" y="1179763"/>
            <a:ext cx="25199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61293244-0B30-6C18-8E46-C9A08E2E766F}"/>
              </a:ext>
            </a:extLst>
          </p:cNvPr>
          <p:cNvSpPr txBox="1"/>
          <p:nvPr/>
        </p:nvSpPr>
        <p:spPr>
          <a:xfrm>
            <a:off x="1245961" y="1600380"/>
            <a:ext cx="2728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N</a:t>
            </a:r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9F5463A8-EAC8-DA7E-74DC-51AD88FFC2A3}"/>
              </a:ext>
            </a:extLst>
          </p:cNvPr>
          <p:cNvSpPr/>
          <p:nvPr/>
        </p:nvSpPr>
        <p:spPr>
          <a:xfrm>
            <a:off x="9700979" y="7845"/>
            <a:ext cx="1279974" cy="12899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CF4243B9-F6E3-FD4E-C4CC-7E939957A33C}"/>
              </a:ext>
            </a:extLst>
          </p:cNvPr>
          <p:cNvSpPr txBox="1"/>
          <p:nvPr/>
        </p:nvSpPr>
        <p:spPr>
          <a:xfrm>
            <a:off x="9887234" y="57864"/>
            <a:ext cx="11436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notifications</a:t>
            </a: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BE56639D-C864-D2C4-16DC-691D87881545}"/>
              </a:ext>
            </a:extLst>
          </p:cNvPr>
          <p:cNvCxnSpPr>
            <a:cxnSpLocks/>
          </p:cNvCxnSpPr>
          <p:nvPr/>
        </p:nvCxnSpPr>
        <p:spPr>
          <a:xfrm>
            <a:off x="9700979" y="321578"/>
            <a:ext cx="1279974" cy="132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CD33210E-DEB5-6093-B2B1-CD8BFA5A3A95}"/>
              </a:ext>
            </a:extLst>
          </p:cNvPr>
          <p:cNvSpPr txBox="1"/>
          <p:nvPr/>
        </p:nvSpPr>
        <p:spPr>
          <a:xfrm>
            <a:off x="9723968" y="449838"/>
            <a:ext cx="10042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id(pk)</a:t>
            </a:r>
          </a:p>
          <a:p>
            <a:r>
              <a:rPr lang="en-US" sz="800" dirty="0"/>
              <a:t>message</a:t>
            </a:r>
          </a:p>
          <a:p>
            <a:r>
              <a:rPr lang="en-US" sz="800" dirty="0" err="1"/>
              <a:t>is_read</a:t>
            </a:r>
            <a:endParaRPr lang="en-US" sz="800" dirty="0"/>
          </a:p>
          <a:p>
            <a:r>
              <a:rPr lang="en-US" sz="800" dirty="0"/>
              <a:t>created_at</a:t>
            </a:r>
          </a:p>
        </p:txBody>
      </p: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C4622B41-4063-6126-53FB-5C6F1DE1C765}"/>
              </a:ext>
            </a:extLst>
          </p:cNvPr>
          <p:cNvCxnSpPr>
            <a:endCxn id="113" idx="1"/>
          </p:cNvCxnSpPr>
          <p:nvPr/>
        </p:nvCxnSpPr>
        <p:spPr>
          <a:xfrm flipV="1">
            <a:off x="7647093" y="742226"/>
            <a:ext cx="2076875" cy="55561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8" name="Flowchart: Decision 117">
            <a:extLst>
              <a:ext uri="{FF2B5EF4-FFF2-40B4-BE49-F238E27FC236}">
                <a16:creationId xmlns:a16="http://schemas.microsoft.com/office/drawing/2014/main" id="{075A3F54-98C1-3804-8CA3-AF1BB2293BCE}"/>
              </a:ext>
            </a:extLst>
          </p:cNvPr>
          <p:cNvSpPr/>
          <p:nvPr/>
        </p:nvSpPr>
        <p:spPr>
          <a:xfrm rot="20785709">
            <a:off x="8240795" y="816098"/>
            <a:ext cx="1116746" cy="327653"/>
          </a:xfrm>
          <a:prstGeom prst="flowChartDecision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receive 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73F435A4-3B78-CC58-AC02-6FB15F1CA658}"/>
              </a:ext>
            </a:extLst>
          </p:cNvPr>
          <p:cNvSpPr txBox="1"/>
          <p:nvPr/>
        </p:nvSpPr>
        <p:spPr>
          <a:xfrm rot="20818369">
            <a:off x="8016996" y="948931"/>
            <a:ext cx="25199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20CC3E48-E494-FE03-B491-14EC190749DB}"/>
              </a:ext>
            </a:extLst>
          </p:cNvPr>
          <p:cNvSpPr txBox="1"/>
          <p:nvPr/>
        </p:nvSpPr>
        <p:spPr>
          <a:xfrm rot="19873183">
            <a:off x="9174715" y="602904"/>
            <a:ext cx="2728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N</a:t>
            </a:r>
          </a:p>
        </p:txBody>
      </p:sp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F6E80F2E-4B72-1C0B-9661-9A1AD04C5653}"/>
              </a:ext>
            </a:extLst>
          </p:cNvPr>
          <p:cNvSpPr/>
          <p:nvPr/>
        </p:nvSpPr>
        <p:spPr>
          <a:xfrm>
            <a:off x="4268140" y="7845"/>
            <a:ext cx="994294" cy="7491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7237E21A-0F53-3FF1-6CA9-E7E38366B701}"/>
              </a:ext>
            </a:extLst>
          </p:cNvPr>
          <p:cNvSpPr txBox="1"/>
          <p:nvPr/>
        </p:nvSpPr>
        <p:spPr>
          <a:xfrm>
            <a:off x="4339474" y="22467"/>
            <a:ext cx="9229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err="1"/>
              <a:t>Password_reset</a:t>
            </a:r>
            <a:endParaRPr lang="en-US" sz="800" dirty="0"/>
          </a:p>
        </p:txBody>
      </p: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1C139271-B3A3-1EE1-35EA-37914A81A25C}"/>
              </a:ext>
            </a:extLst>
          </p:cNvPr>
          <p:cNvCxnSpPr>
            <a:cxnSpLocks/>
          </p:cNvCxnSpPr>
          <p:nvPr/>
        </p:nvCxnSpPr>
        <p:spPr>
          <a:xfrm>
            <a:off x="4299885" y="233913"/>
            <a:ext cx="96254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6" name="TextBox 155">
            <a:extLst>
              <a:ext uri="{FF2B5EF4-FFF2-40B4-BE49-F238E27FC236}">
                <a16:creationId xmlns:a16="http://schemas.microsoft.com/office/drawing/2014/main" id="{DB7E38E5-D5DA-92EB-A5AA-8579E3295505}"/>
              </a:ext>
            </a:extLst>
          </p:cNvPr>
          <p:cNvSpPr txBox="1"/>
          <p:nvPr/>
        </p:nvSpPr>
        <p:spPr>
          <a:xfrm>
            <a:off x="4281200" y="266546"/>
            <a:ext cx="7505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id(pk)</a:t>
            </a:r>
          </a:p>
          <a:p>
            <a:r>
              <a:rPr lang="en-US" sz="800" dirty="0"/>
              <a:t>token</a:t>
            </a:r>
          </a:p>
          <a:p>
            <a:r>
              <a:rPr lang="en-US" sz="800" dirty="0"/>
              <a:t>expires</a:t>
            </a:r>
          </a:p>
        </p:txBody>
      </p: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9702C2A8-9392-24E9-4125-A5314AD08701}"/>
              </a:ext>
            </a:extLst>
          </p:cNvPr>
          <p:cNvCxnSpPr/>
          <p:nvPr/>
        </p:nvCxnSpPr>
        <p:spPr>
          <a:xfrm>
            <a:off x="5268893" y="276136"/>
            <a:ext cx="819484" cy="3668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5" name="Flowchart: Decision 164">
            <a:extLst>
              <a:ext uri="{FF2B5EF4-FFF2-40B4-BE49-F238E27FC236}">
                <a16:creationId xmlns:a16="http://schemas.microsoft.com/office/drawing/2014/main" id="{4D74A575-9131-2AF6-6464-EC9E366DD012}"/>
              </a:ext>
            </a:extLst>
          </p:cNvPr>
          <p:cNvSpPr/>
          <p:nvPr/>
        </p:nvSpPr>
        <p:spPr>
          <a:xfrm rot="19205752">
            <a:off x="5252754" y="208729"/>
            <a:ext cx="994294" cy="428495"/>
          </a:xfrm>
          <a:prstGeom prst="flowChartDecision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has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C77E5359-12DF-13C5-1F48-5A2EF9DA3C79}"/>
              </a:ext>
            </a:extLst>
          </p:cNvPr>
          <p:cNvSpPr txBox="1"/>
          <p:nvPr/>
        </p:nvSpPr>
        <p:spPr>
          <a:xfrm>
            <a:off x="5854167" y="413773"/>
            <a:ext cx="25199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C5EE541B-EC36-6279-6683-190110B844D4}"/>
              </a:ext>
            </a:extLst>
          </p:cNvPr>
          <p:cNvSpPr txBox="1"/>
          <p:nvPr/>
        </p:nvSpPr>
        <p:spPr>
          <a:xfrm>
            <a:off x="5342198" y="179184"/>
            <a:ext cx="2728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N</a:t>
            </a:r>
          </a:p>
        </p:txBody>
      </p:sp>
      <p:sp>
        <p:nvSpPr>
          <p:cNvPr id="173" name="Rectangle: Rounded Corners 172">
            <a:extLst>
              <a:ext uri="{FF2B5EF4-FFF2-40B4-BE49-F238E27FC236}">
                <a16:creationId xmlns:a16="http://schemas.microsoft.com/office/drawing/2014/main" id="{46636B6E-C3BE-0A61-6B04-E1D18AC359B8}"/>
              </a:ext>
            </a:extLst>
          </p:cNvPr>
          <p:cNvSpPr/>
          <p:nvPr/>
        </p:nvSpPr>
        <p:spPr>
          <a:xfrm>
            <a:off x="4288978" y="2184174"/>
            <a:ext cx="1077161" cy="11361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3EA33411-4AB7-D323-EFDF-E702AD8DCC70}"/>
              </a:ext>
            </a:extLst>
          </p:cNvPr>
          <p:cNvSpPr txBox="1"/>
          <p:nvPr/>
        </p:nvSpPr>
        <p:spPr>
          <a:xfrm>
            <a:off x="4325441" y="2242980"/>
            <a:ext cx="12135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err="1"/>
              <a:t>email_verifications</a:t>
            </a:r>
            <a:endParaRPr lang="en-US" sz="800" dirty="0"/>
          </a:p>
        </p:txBody>
      </p: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6EB51CA3-A055-134B-0A79-A49DD3B5DA97}"/>
              </a:ext>
            </a:extLst>
          </p:cNvPr>
          <p:cNvCxnSpPr>
            <a:cxnSpLocks/>
          </p:cNvCxnSpPr>
          <p:nvPr/>
        </p:nvCxnSpPr>
        <p:spPr>
          <a:xfrm>
            <a:off x="4297448" y="2475336"/>
            <a:ext cx="1096039" cy="112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1" name="TextBox 190">
            <a:extLst>
              <a:ext uri="{FF2B5EF4-FFF2-40B4-BE49-F238E27FC236}">
                <a16:creationId xmlns:a16="http://schemas.microsoft.com/office/drawing/2014/main" id="{A5EE0554-0F17-F941-3EA4-6EE394186448}"/>
              </a:ext>
            </a:extLst>
          </p:cNvPr>
          <p:cNvSpPr txBox="1"/>
          <p:nvPr/>
        </p:nvSpPr>
        <p:spPr>
          <a:xfrm>
            <a:off x="4364275" y="2637552"/>
            <a:ext cx="10379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id(pk)</a:t>
            </a:r>
          </a:p>
          <a:p>
            <a:r>
              <a:rPr lang="en-US" sz="900" dirty="0"/>
              <a:t>token</a:t>
            </a:r>
          </a:p>
          <a:p>
            <a:r>
              <a:rPr lang="en-US" sz="900" dirty="0"/>
              <a:t>expires</a:t>
            </a:r>
          </a:p>
          <a:p>
            <a:r>
              <a:rPr lang="en-US" sz="900" dirty="0"/>
              <a:t>created_at</a:t>
            </a:r>
          </a:p>
        </p:txBody>
      </p:sp>
      <p:sp>
        <p:nvSpPr>
          <p:cNvPr id="1024" name="Flowchart: Decision 1023">
            <a:extLst>
              <a:ext uri="{FF2B5EF4-FFF2-40B4-BE49-F238E27FC236}">
                <a16:creationId xmlns:a16="http://schemas.microsoft.com/office/drawing/2014/main" id="{EF3ACED1-5960-0389-5197-158BB6BD0D29}"/>
              </a:ext>
            </a:extLst>
          </p:cNvPr>
          <p:cNvSpPr/>
          <p:nvPr/>
        </p:nvSpPr>
        <p:spPr>
          <a:xfrm>
            <a:off x="4847772" y="1694204"/>
            <a:ext cx="895144" cy="331793"/>
          </a:xfrm>
          <a:prstGeom prst="flowChartDecision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has</a:t>
            </a:r>
          </a:p>
        </p:txBody>
      </p:sp>
      <p:cxnSp>
        <p:nvCxnSpPr>
          <p:cNvPr id="1029" name="Straight Connector 1028">
            <a:extLst>
              <a:ext uri="{FF2B5EF4-FFF2-40B4-BE49-F238E27FC236}">
                <a16:creationId xmlns:a16="http://schemas.microsoft.com/office/drawing/2014/main" id="{2281E1D1-E544-B5B1-6F37-7801A81BD40A}"/>
              </a:ext>
            </a:extLst>
          </p:cNvPr>
          <p:cNvCxnSpPr>
            <a:endCxn id="1024" idx="1"/>
          </p:cNvCxnSpPr>
          <p:nvPr/>
        </p:nvCxnSpPr>
        <p:spPr>
          <a:xfrm flipV="1">
            <a:off x="4648978" y="1860101"/>
            <a:ext cx="198794" cy="3229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1" name="Straight Connector 1030">
            <a:extLst>
              <a:ext uri="{FF2B5EF4-FFF2-40B4-BE49-F238E27FC236}">
                <a16:creationId xmlns:a16="http://schemas.microsoft.com/office/drawing/2014/main" id="{F000D26B-3DD9-66E4-0D53-6A422EAFC02F}"/>
              </a:ext>
            </a:extLst>
          </p:cNvPr>
          <p:cNvCxnSpPr>
            <a:stCxn id="1024" idx="3"/>
          </p:cNvCxnSpPr>
          <p:nvPr/>
        </p:nvCxnSpPr>
        <p:spPr>
          <a:xfrm>
            <a:off x="5742916" y="1860101"/>
            <a:ext cx="285794" cy="23833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32" name="TextBox 1031">
            <a:extLst>
              <a:ext uri="{FF2B5EF4-FFF2-40B4-BE49-F238E27FC236}">
                <a16:creationId xmlns:a16="http://schemas.microsoft.com/office/drawing/2014/main" id="{197BF82B-EB68-39A9-DF19-0EB8AF787E6A}"/>
              </a:ext>
            </a:extLst>
          </p:cNvPr>
          <p:cNvSpPr txBox="1"/>
          <p:nvPr/>
        </p:nvSpPr>
        <p:spPr>
          <a:xfrm>
            <a:off x="5629654" y="1636869"/>
            <a:ext cx="25199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1</a:t>
            </a:r>
          </a:p>
        </p:txBody>
      </p:sp>
      <p:sp>
        <p:nvSpPr>
          <p:cNvPr id="1033" name="TextBox 1032">
            <a:extLst>
              <a:ext uri="{FF2B5EF4-FFF2-40B4-BE49-F238E27FC236}">
                <a16:creationId xmlns:a16="http://schemas.microsoft.com/office/drawing/2014/main" id="{60474EFA-4E01-A0EA-F364-E204B654698B}"/>
              </a:ext>
            </a:extLst>
          </p:cNvPr>
          <p:cNvSpPr txBox="1"/>
          <p:nvPr/>
        </p:nvSpPr>
        <p:spPr>
          <a:xfrm>
            <a:off x="4636819" y="1707243"/>
            <a:ext cx="2728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N</a:t>
            </a:r>
          </a:p>
        </p:txBody>
      </p:sp>
      <p:pic>
        <p:nvPicPr>
          <p:cNvPr id="1025" name="Picture 1" descr="Full texts">
            <a:extLst>
              <a:ext uri="{FF2B5EF4-FFF2-40B4-BE49-F238E27FC236}">
                <a16:creationId xmlns:a16="http://schemas.microsoft.com/office/drawing/2014/main" id="{FE942CCA-A1BA-2D1B-0132-D286D22D3A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76250" cy="180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Full texts">
            <a:extLst>
              <a:ext uri="{FF2B5EF4-FFF2-40B4-BE49-F238E27FC236}">
                <a16:creationId xmlns:a16="http://schemas.microsoft.com/office/drawing/2014/main" id="{FAEDAEF7-B9CD-E01E-0EAD-FB6CE11DAC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76250" cy="180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1120711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67" name="Rectangle 66">
            <a:extLst>
              <a:ext uri="{FF2B5EF4-FFF2-40B4-BE49-F238E27FC236}">
                <a16:creationId xmlns:a16="http://schemas.microsoft.com/office/drawing/2014/main" id="{2FB82883-1DC0-4BE1-A607-009095F335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white speech bubble with words&#10;&#10;Description automatically generated">
            <a:extLst>
              <a:ext uri="{FF2B5EF4-FFF2-40B4-BE49-F238E27FC236}">
                <a16:creationId xmlns:a16="http://schemas.microsoft.com/office/drawing/2014/main" id="{E50AD919-D402-E444-8666-F9DAD467F4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75" r="5481"/>
          <a:stretch>
            <a:fillRect/>
          </a:stretch>
        </p:blipFill>
        <p:spPr>
          <a:xfrm>
            <a:off x="21" y="-3"/>
            <a:ext cx="12191979" cy="6857990"/>
          </a:xfrm>
          <a:prstGeom prst="rect">
            <a:avLst/>
          </a:prstGeom>
        </p:spPr>
      </p:pic>
      <p:sp>
        <p:nvSpPr>
          <p:cNvPr id="69" name="Rectangle 68">
            <a:extLst>
              <a:ext uri="{FF2B5EF4-FFF2-40B4-BE49-F238E27FC236}">
                <a16:creationId xmlns:a16="http://schemas.microsoft.com/office/drawing/2014/main" id="{9FA98EAA-A866-4C95-A2A8-44E46FBAD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" y="4530071"/>
            <a:ext cx="12191999" cy="2327926"/>
          </a:xfrm>
          <a:prstGeom prst="rect">
            <a:avLst/>
          </a:prstGeom>
          <a:gradFill flip="none" rotWithShape="1">
            <a:gsLst>
              <a:gs pos="56000">
                <a:schemeClr val="tx1">
                  <a:alpha val="40000"/>
                </a:schemeClr>
              </a:gs>
              <a:gs pos="100000">
                <a:schemeClr val="tx1">
                  <a:alpha val="85000"/>
                </a:schemeClr>
              </a:gs>
              <a:gs pos="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F3A81-7BE8-9411-A61C-87B27AD39B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15738" y="5680637"/>
            <a:ext cx="6960524" cy="59851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2000"/>
              <a:t>For your attention!</a:t>
            </a:r>
          </a:p>
        </p:txBody>
      </p:sp>
    </p:spTree>
    <p:extLst>
      <p:ext uri="{BB962C8B-B14F-4D97-AF65-F5344CB8AC3E}">
        <p14:creationId xmlns:p14="http://schemas.microsoft.com/office/powerpoint/2010/main" val="944630023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90D7697-8E53-4EA8-8CBB-9C19575257B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B927DC71-2909-427C-BDB0-3E47E210151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F0A252-5923-47A2-A53A-F9BF7290891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AccentBox presentation</Template>
  <TotalTime>4864</TotalTime>
  <Words>280</Words>
  <Application>Microsoft Office PowerPoint</Application>
  <PresentationFormat>Widescreen</PresentationFormat>
  <Paragraphs>147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Avenir Next LT Pro</vt:lpstr>
      <vt:lpstr>Calibri</vt:lpstr>
      <vt:lpstr>Segoe UI</vt:lpstr>
      <vt:lpstr>AccentBoxVTI</vt:lpstr>
      <vt:lpstr>CSCI490-ERD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hunter1981 birds</dc:creator>
  <cp:lastModifiedBy>hunter1981 birds</cp:lastModifiedBy>
  <cp:revision>2</cp:revision>
  <dcterms:created xsi:type="dcterms:W3CDTF">2025-10-04T09:28:40Z</dcterms:created>
  <dcterms:modified xsi:type="dcterms:W3CDTF">2026-01-01T12:32:11Z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