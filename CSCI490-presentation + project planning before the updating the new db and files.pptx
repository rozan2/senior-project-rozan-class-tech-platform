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15"/>
  </p:notesMasterIdLst>
  <p:handoutMasterIdLst>
    <p:handoutMasterId r:id="rId16"/>
  </p:handoutMasterIdLst>
  <p:sldIdLst>
    <p:sldId id="281" r:id="rId5"/>
    <p:sldId id="354" r:id="rId6"/>
    <p:sldId id="361" r:id="rId7"/>
    <p:sldId id="351" r:id="rId8"/>
    <p:sldId id="362" r:id="rId9"/>
    <p:sldId id="368" r:id="rId10"/>
    <p:sldId id="367" r:id="rId11"/>
    <p:sldId id="358" r:id="rId12"/>
    <p:sldId id="364" r:id="rId13"/>
    <p:sldId id="3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A13376-580B-4E30-A750-0C703B231D7D}" v="234" dt="2025-10-15T13:13:24.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72" d="100"/>
          <a:sy n="72" d="100"/>
        </p:scale>
        <p:origin x="344" y="52"/>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8F571A-B85E-44E5-B25B-C2DCEBAC624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29A7DD3-599D-4C1B-AEF8-BCE86D92CCF7}">
      <dgm:prSet/>
      <dgm:spPr/>
      <dgm:t>
        <a:bodyPr/>
        <a:lstStyle/>
        <a:p>
          <a:pPr>
            <a:lnSpc>
              <a:spcPct val="100000"/>
            </a:lnSpc>
          </a:pPr>
          <a:r>
            <a:rPr lang="en-US"/>
            <a:t>Create the e-commerce website</a:t>
          </a:r>
        </a:p>
      </dgm:t>
    </dgm:pt>
    <dgm:pt modelId="{4E03FA4F-5E89-4FB0-BB4D-DEA6A40C5B0E}" type="parTrans" cxnId="{1C988C00-C9A1-486F-A651-3E7DFE5AA677}">
      <dgm:prSet/>
      <dgm:spPr/>
      <dgm:t>
        <a:bodyPr/>
        <a:lstStyle/>
        <a:p>
          <a:endParaRPr lang="en-US"/>
        </a:p>
      </dgm:t>
    </dgm:pt>
    <dgm:pt modelId="{926F75B9-A0F2-4F3D-AD18-B4CD6E318A13}" type="sibTrans" cxnId="{1C988C00-C9A1-486F-A651-3E7DFE5AA677}">
      <dgm:prSet/>
      <dgm:spPr/>
      <dgm:t>
        <a:bodyPr/>
        <a:lstStyle/>
        <a:p>
          <a:pPr>
            <a:lnSpc>
              <a:spcPct val="100000"/>
            </a:lnSpc>
          </a:pPr>
          <a:endParaRPr lang="en-US"/>
        </a:p>
      </dgm:t>
    </dgm:pt>
    <dgm:pt modelId="{7665FB69-5233-467C-830E-B12E9397347E}">
      <dgm:prSet/>
      <dgm:spPr/>
      <dgm:t>
        <a:bodyPr/>
        <a:lstStyle/>
        <a:p>
          <a:pPr>
            <a:lnSpc>
              <a:spcPct val="100000"/>
            </a:lnSpc>
          </a:pPr>
          <a:r>
            <a:rPr lang="en-US"/>
            <a:t>Provide secure login and registration</a:t>
          </a:r>
        </a:p>
      </dgm:t>
    </dgm:pt>
    <dgm:pt modelId="{D18D3D29-8202-4E9B-B402-DB4783BEF6C3}" type="parTrans" cxnId="{36ACB8A3-E36A-451C-A37D-1745D587B783}">
      <dgm:prSet/>
      <dgm:spPr/>
      <dgm:t>
        <a:bodyPr/>
        <a:lstStyle/>
        <a:p>
          <a:endParaRPr lang="en-US"/>
        </a:p>
      </dgm:t>
    </dgm:pt>
    <dgm:pt modelId="{61FB3D50-AD95-4CD4-8AB9-9A4070E29150}" type="sibTrans" cxnId="{36ACB8A3-E36A-451C-A37D-1745D587B783}">
      <dgm:prSet/>
      <dgm:spPr/>
      <dgm:t>
        <a:bodyPr/>
        <a:lstStyle/>
        <a:p>
          <a:pPr>
            <a:lnSpc>
              <a:spcPct val="100000"/>
            </a:lnSpc>
          </a:pPr>
          <a:endParaRPr lang="en-US"/>
        </a:p>
      </dgm:t>
    </dgm:pt>
    <dgm:pt modelId="{055A791F-FC9A-41B6-8FFC-ABDB32A5E5E5}">
      <dgm:prSet/>
      <dgm:spPr/>
      <dgm:t>
        <a:bodyPr/>
        <a:lstStyle/>
        <a:p>
          <a:pPr>
            <a:lnSpc>
              <a:spcPct val="100000"/>
            </a:lnSpc>
          </a:pPr>
          <a:r>
            <a:rPr lang="en-US"/>
            <a:t>Enable users to browse, search, and filter phones and accessories</a:t>
          </a:r>
        </a:p>
      </dgm:t>
    </dgm:pt>
    <dgm:pt modelId="{03BFB132-70E6-46D5-8B0D-2AE06B2FDCA1}" type="parTrans" cxnId="{79783299-E319-4CE2-8923-0A75BB066BE0}">
      <dgm:prSet/>
      <dgm:spPr/>
      <dgm:t>
        <a:bodyPr/>
        <a:lstStyle/>
        <a:p>
          <a:endParaRPr lang="en-US"/>
        </a:p>
      </dgm:t>
    </dgm:pt>
    <dgm:pt modelId="{DFADB43C-D4F6-4489-BF73-33BB2AF29512}" type="sibTrans" cxnId="{79783299-E319-4CE2-8923-0A75BB066BE0}">
      <dgm:prSet/>
      <dgm:spPr/>
      <dgm:t>
        <a:bodyPr/>
        <a:lstStyle/>
        <a:p>
          <a:pPr>
            <a:lnSpc>
              <a:spcPct val="100000"/>
            </a:lnSpc>
          </a:pPr>
          <a:endParaRPr lang="en-US"/>
        </a:p>
      </dgm:t>
    </dgm:pt>
    <dgm:pt modelId="{CE3DA59A-ECE8-4969-B13E-13ECC587B6F7}">
      <dgm:prSet/>
      <dgm:spPr/>
      <dgm:t>
        <a:bodyPr/>
        <a:lstStyle/>
        <a:p>
          <a:pPr>
            <a:lnSpc>
              <a:spcPct val="100000"/>
            </a:lnSpc>
          </a:pPr>
          <a:r>
            <a:rPr lang="en-US"/>
            <a:t>Add to shopping cart and checkout system</a:t>
          </a:r>
        </a:p>
      </dgm:t>
    </dgm:pt>
    <dgm:pt modelId="{F7E60E1C-4FE9-4A49-BCBE-BDF6CDDE132D}" type="parTrans" cxnId="{3A19DDE5-25E2-4854-899A-809AB3CB0EFB}">
      <dgm:prSet/>
      <dgm:spPr/>
      <dgm:t>
        <a:bodyPr/>
        <a:lstStyle/>
        <a:p>
          <a:endParaRPr lang="en-US"/>
        </a:p>
      </dgm:t>
    </dgm:pt>
    <dgm:pt modelId="{77BA49FE-9A1E-4793-946A-F8FBF6F973C5}" type="sibTrans" cxnId="{3A19DDE5-25E2-4854-899A-809AB3CB0EFB}">
      <dgm:prSet/>
      <dgm:spPr/>
      <dgm:t>
        <a:bodyPr/>
        <a:lstStyle/>
        <a:p>
          <a:pPr>
            <a:lnSpc>
              <a:spcPct val="100000"/>
            </a:lnSpc>
          </a:pPr>
          <a:endParaRPr lang="en-US"/>
        </a:p>
      </dgm:t>
    </dgm:pt>
    <dgm:pt modelId="{A48C8E16-D27F-4999-A653-AEEF28B080D3}">
      <dgm:prSet/>
      <dgm:spPr/>
      <dgm:t>
        <a:bodyPr/>
        <a:lstStyle/>
        <a:p>
          <a:pPr>
            <a:lnSpc>
              <a:spcPct val="100000"/>
            </a:lnSpc>
          </a:pPr>
          <a:r>
            <a:rPr lang="en-US"/>
            <a:t>Build an easy, user-friendly design</a:t>
          </a:r>
        </a:p>
      </dgm:t>
    </dgm:pt>
    <dgm:pt modelId="{192442EF-8DD2-4AF8-AA24-D0C415FE5F71}" type="parTrans" cxnId="{4B59E420-8E0B-4E31-82F4-47B144B222CA}">
      <dgm:prSet/>
      <dgm:spPr/>
      <dgm:t>
        <a:bodyPr/>
        <a:lstStyle/>
        <a:p>
          <a:endParaRPr lang="en-US"/>
        </a:p>
      </dgm:t>
    </dgm:pt>
    <dgm:pt modelId="{2D316A71-FAE2-46EE-B137-9631FF128BC7}" type="sibTrans" cxnId="{4B59E420-8E0B-4E31-82F4-47B144B222CA}">
      <dgm:prSet/>
      <dgm:spPr/>
      <dgm:t>
        <a:bodyPr/>
        <a:lstStyle/>
        <a:p>
          <a:endParaRPr lang="en-US"/>
        </a:p>
      </dgm:t>
    </dgm:pt>
    <dgm:pt modelId="{C339821C-ACD4-40D8-B2EA-0DD1E3190294}" type="pres">
      <dgm:prSet presAssocID="{488F571A-B85E-44E5-B25B-C2DCEBAC6242}" presName="root" presStyleCnt="0">
        <dgm:presLayoutVars>
          <dgm:dir/>
          <dgm:resizeHandles val="exact"/>
        </dgm:presLayoutVars>
      </dgm:prSet>
      <dgm:spPr/>
    </dgm:pt>
    <dgm:pt modelId="{D492EE8F-F882-48D5-B929-6AC934A14162}" type="pres">
      <dgm:prSet presAssocID="{488F571A-B85E-44E5-B25B-C2DCEBAC6242}" presName="container" presStyleCnt="0">
        <dgm:presLayoutVars>
          <dgm:dir/>
          <dgm:resizeHandles val="exact"/>
        </dgm:presLayoutVars>
      </dgm:prSet>
      <dgm:spPr/>
    </dgm:pt>
    <dgm:pt modelId="{80712541-BEB1-4B03-B6B2-A98EC9836A6F}" type="pres">
      <dgm:prSet presAssocID="{D29A7DD3-599D-4C1B-AEF8-BCE86D92CCF7}" presName="compNode" presStyleCnt="0"/>
      <dgm:spPr/>
    </dgm:pt>
    <dgm:pt modelId="{7368468C-D0AC-45F8-ACAE-C9C98F620C06}" type="pres">
      <dgm:prSet presAssocID="{D29A7DD3-599D-4C1B-AEF8-BCE86D92CCF7}" presName="iconBgRect" presStyleLbl="bgShp" presStyleIdx="0" presStyleCnt="5"/>
      <dgm:spPr/>
    </dgm:pt>
    <dgm:pt modelId="{3B5B4F37-5154-41AA-AB6C-7096B55E707A}" type="pres">
      <dgm:prSet presAssocID="{D29A7DD3-599D-4C1B-AEF8-BCE86D92CCF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opping cart"/>
        </a:ext>
      </dgm:extLst>
    </dgm:pt>
    <dgm:pt modelId="{5CA655C2-6AAE-4888-82C4-0F27B072B3B0}" type="pres">
      <dgm:prSet presAssocID="{D29A7DD3-599D-4C1B-AEF8-BCE86D92CCF7}" presName="spaceRect" presStyleCnt="0"/>
      <dgm:spPr/>
    </dgm:pt>
    <dgm:pt modelId="{766F1F8D-990B-4C6C-93AE-6269DA3E74B1}" type="pres">
      <dgm:prSet presAssocID="{D29A7DD3-599D-4C1B-AEF8-BCE86D92CCF7}" presName="textRect" presStyleLbl="revTx" presStyleIdx="0" presStyleCnt="5">
        <dgm:presLayoutVars>
          <dgm:chMax val="1"/>
          <dgm:chPref val="1"/>
        </dgm:presLayoutVars>
      </dgm:prSet>
      <dgm:spPr/>
    </dgm:pt>
    <dgm:pt modelId="{107B7EDB-B273-49B2-8AF4-BF9C94F25861}" type="pres">
      <dgm:prSet presAssocID="{926F75B9-A0F2-4F3D-AD18-B4CD6E318A13}" presName="sibTrans" presStyleLbl="sibTrans2D1" presStyleIdx="0" presStyleCnt="0"/>
      <dgm:spPr/>
    </dgm:pt>
    <dgm:pt modelId="{0FDDC6F2-C57B-4F9E-B39B-FD8D7D4D566E}" type="pres">
      <dgm:prSet presAssocID="{7665FB69-5233-467C-830E-B12E9397347E}" presName="compNode" presStyleCnt="0"/>
      <dgm:spPr/>
    </dgm:pt>
    <dgm:pt modelId="{CA386674-B6C1-4DC4-A6EB-FB5877B4B91A}" type="pres">
      <dgm:prSet presAssocID="{7665FB69-5233-467C-830E-B12E9397347E}" presName="iconBgRect" presStyleLbl="bgShp" presStyleIdx="1" presStyleCnt="5"/>
      <dgm:spPr/>
    </dgm:pt>
    <dgm:pt modelId="{A9FDC3EC-FE47-4C53-95F7-FC0F50A7C1B9}" type="pres">
      <dgm:prSet presAssocID="{7665FB69-5233-467C-830E-B12E9397347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ck"/>
        </a:ext>
      </dgm:extLst>
    </dgm:pt>
    <dgm:pt modelId="{AE259A67-7178-481A-8DB3-8A5DAD63BE5B}" type="pres">
      <dgm:prSet presAssocID="{7665FB69-5233-467C-830E-B12E9397347E}" presName="spaceRect" presStyleCnt="0"/>
      <dgm:spPr/>
    </dgm:pt>
    <dgm:pt modelId="{C3D79EA5-8B62-43FF-AE9E-9F835CEAABEE}" type="pres">
      <dgm:prSet presAssocID="{7665FB69-5233-467C-830E-B12E9397347E}" presName="textRect" presStyleLbl="revTx" presStyleIdx="1" presStyleCnt="5">
        <dgm:presLayoutVars>
          <dgm:chMax val="1"/>
          <dgm:chPref val="1"/>
        </dgm:presLayoutVars>
      </dgm:prSet>
      <dgm:spPr/>
    </dgm:pt>
    <dgm:pt modelId="{6A914A96-0F1E-491C-B763-8E974EF00EE7}" type="pres">
      <dgm:prSet presAssocID="{61FB3D50-AD95-4CD4-8AB9-9A4070E29150}" presName="sibTrans" presStyleLbl="sibTrans2D1" presStyleIdx="0" presStyleCnt="0"/>
      <dgm:spPr/>
    </dgm:pt>
    <dgm:pt modelId="{518429B9-1283-46F9-9A95-10ABB793E756}" type="pres">
      <dgm:prSet presAssocID="{055A791F-FC9A-41B6-8FFC-ABDB32A5E5E5}" presName="compNode" presStyleCnt="0"/>
      <dgm:spPr/>
    </dgm:pt>
    <dgm:pt modelId="{C62F5B80-0FBE-437F-9A7E-87CCE5067FCE}" type="pres">
      <dgm:prSet presAssocID="{055A791F-FC9A-41B6-8FFC-ABDB32A5E5E5}" presName="iconBgRect" presStyleLbl="bgShp" presStyleIdx="2" presStyleCnt="5"/>
      <dgm:spPr/>
    </dgm:pt>
    <dgm:pt modelId="{B0AA34E1-D357-4FCB-8228-ED2DB1EA61D5}" type="pres">
      <dgm:prSet presAssocID="{055A791F-FC9A-41B6-8FFC-ABDB32A5E5E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seball Hat"/>
        </a:ext>
      </dgm:extLst>
    </dgm:pt>
    <dgm:pt modelId="{0465DB00-8745-4562-8CA7-14DEF990F1C8}" type="pres">
      <dgm:prSet presAssocID="{055A791F-FC9A-41B6-8FFC-ABDB32A5E5E5}" presName="spaceRect" presStyleCnt="0"/>
      <dgm:spPr/>
    </dgm:pt>
    <dgm:pt modelId="{9F8A643A-81A9-4820-8780-5AA5BCDE910A}" type="pres">
      <dgm:prSet presAssocID="{055A791F-FC9A-41B6-8FFC-ABDB32A5E5E5}" presName="textRect" presStyleLbl="revTx" presStyleIdx="2" presStyleCnt="5">
        <dgm:presLayoutVars>
          <dgm:chMax val="1"/>
          <dgm:chPref val="1"/>
        </dgm:presLayoutVars>
      </dgm:prSet>
      <dgm:spPr/>
    </dgm:pt>
    <dgm:pt modelId="{9941DDB0-C262-49E1-A5A7-18C9F6733CC6}" type="pres">
      <dgm:prSet presAssocID="{DFADB43C-D4F6-4489-BF73-33BB2AF29512}" presName="sibTrans" presStyleLbl="sibTrans2D1" presStyleIdx="0" presStyleCnt="0"/>
      <dgm:spPr/>
    </dgm:pt>
    <dgm:pt modelId="{BB9ED333-5EE2-4149-9EDF-DC85D6048C98}" type="pres">
      <dgm:prSet presAssocID="{CE3DA59A-ECE8-4969-B13E-13ECC587B6F7}" presName="compNode" presStyleCnt="0"/>
      <dgm:spPr/>
    </dgm:pt>
    <dgm:pt modelId="{241F4D40-975A-495A-8721-A4D8F6DE31D6}" type="pres">
      <dgm:prSet presAssocID="{CE3DA59A-ECE8-4969-B13E-13ECC587B6F7}" presName="iconBgRect" presStyleLbl="bgShp" presStyleIdx="3" presStyleCnt="5"/>
      <dgm:spPr/>
    </dgm:pt>
    <dgm:pt modelId="{A3ED1998-7826-4AF1-B0C9-2B36CF48E433}" type="pres">
      <dgm:prSet presAssocID="{CE3DA59A-ECE8-4969-B13E-13ECC587B6F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hopping basket"/>
        </a:ext>
      </dgm:extLst>
    </dgm:pt>
    <dgm:pt modelId="{8181E4E0-4908-405F-84A0-2EF6BB73C54F}" type="pres">
      <dgm:prSet presAssocID="{CE3DA59A-ECE8-4969-B13E-13ECC587B6F7}" presName="spaceRect" presStyleCnt="0"/>
      <dgm:spPr/>
    </dgm:pt>
    <dgm:pt modelId="{D0C70C50-4B63-4165-B7B5-D43BCBBA75DF}" type="pres">
      <dgm:prSet presAssocID="{CE3DA59A-ECE8-4969-B13E-13ECC587B6F7}" presName="textRect" presStyleLbl="revTx" presStyleIdx="3" presStyleCnt="5">
        <dgm:presLayoutVars>
          <dgm:chMax val="1"/>
          <dgm:chPref val="1"/>
        </dgm:presLayoutVars>
      </dgm:prSet>
      <dgm:spPr/>
    </dgm:pt>
    <dgm:pt modelId="{426FD71A-945F-46C9-8B46-AD1A3ECAA900}" type="pres">
      <dgm:prSet presAssocID="{77BA49FE-9A1E-4793-946A-F8FBF6F973C5}" presName="sibTrans" presStyleLbl="sibTrans2D1" presStyleIdx="0" presStyleCnt="0"/>
      <dgm:spPr/>
    </dgm:pt>
    <dgm:pt modelId="{BB9C0976-4F30-4F48-937D-E782A5434C96}" type="pres">
      <dgm:prSet presAssocID="{A48C8E16-D27F-4999-A653-AEEF28B080D3}" presName="compNode" presStyleCnt="0"/>
      <dgm:spPr/>
    </dgm:pt>
    <dgm:pt modelId="{D4D3CB84-A9C5-4FBC-B519-5135455195DD}" type="pres">
      <dgm:prSet presAssocID="{A48C8E16-D27F-4999-A653-AEEF28B080D3}" presName="iconBgRect" presStyleLbl="bgShp" presStyleIdx="4" presStyleCnt="5"/>
      <dgm:spPr/>
    </dgm:pt>
    <dgm:pt modelId="{D69632E4-6411-4BB6-8B47-DD3EE0A79703}" type="pres">
      <dgm:prSet presAssocID="{A48C8E16-D27F-4999-A653-AEEF28B080D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aint"/>
        </a:ext>
      </dgm:extLst>
    </dgm:pt>
    <dgm:pt modelId="{D42686D5-0C0A-4EA6-BFB4-EEDC59508FAC}" type="pres">
      <dgm:prSet presAssocID="{A48C8E16-D27F-4999-A653-AEEF28B080D3}" presName="spaceRect" presStyleCnt="0"/>
      <dgm:spPr/>
    </dgm:pt>
    <dgm:pt modelId="{0E635E0A-457B-4604-80F6-0D016365D58D}" type="pres">
      <dgm:prSet presAssocID="{A48C8E16-D27F-4999-A653-AEEF28B080D3}" presName="textRect" presStyleLbl="revTx" presStyleIdx="4" presStyleCnt="5">
        <dgm:presLayoutVars>
          <dgm:chMax val="1"/>
          <dgm:chPref val="1"/>
        </dgm:presLayoutVars>
      </dgm:prSet>
      <dgm:spPr/>
    </dgm:pt>
  </dgm:ptLst>
  <dgm:cxnLst>
    <dgm:cxn modelId="{1C988C00-C9A1-486F-A651-3E7DFE5AA677}" srcId="{488F571A-B85E-44E5-B25B-C2DCEBAC6242}" destId="{D29A7DD3-599D-4C1B-AEF8-BCE86D92CCF7}" srcOrd="0" destOrd="0" parTransId="{4E03FA4F-5E89-4FB0-BB4D-DEA6A40C5B0E}" sibTransId="{926F75B9-A0F2-4F3D-AD18-B4CD6E318A13}"/>
    <dgm:cxn modelId="{3713C516-88BD-49F5-9443-9C51AC76F11E}" type="presOf" srcId="{926F75B9-A0F2-4F3D-AD18-B4CD6E318A13}" destId="{107B7EDB-B273-49B2-8AF4-BF9C94F25861}" srcOrd="0" destOrd="0" presId="urn:microsoft.com/office/officeart/2018/2/layout/IconCircleList"/>
    <dgm:cxn modelId="{4B59E420-8E0B-4E31-82F4-47B144B222CA}" srcId="{488F571A-B85E-44E5-B25B-C2DCEBAC6242}" destId="{A48C8E16-D27F-4999-A653-AEEF28B080D3}" srcOrd="4" destOrd="0" parTransId="{192442EF-8DD2-4AF8-AA24-D0C415FE5F71}" sibTransId="{2D316A71-FAE2-46EE-B137-9631FF128BC7}"/>
    <dgm:cxn modelId="{00345D6B-F02B-4290-A321-5684E32818C4}" type="presOf" srcId="{CE3DA59A-ECE8-4969-B13E-13ECC587B6F7}" destId="{D0C70C50-4B63-4165-B7B5-D43BCBBA75DF}" srcOrd="0" destOrd="0" presId="urn:microsoft.com/office/officeart/2018/2/layout/IconCircleList"/>
    <dgm:cxn modelId="{3042014C-97C8-41BF-A428-1DE8C84F8081}" type="presOf" srcId="{488F571A-B85E-44E5-B25B-C2DCEBAC6242}" destId="{C339821C-ACD4-40D8-B2EA-0DD1E3190294}" srcOrd="0" destOrd="0" presId="urn:microsoft.com/office/officeart/2018/2/layout/IconCircleList"/>
    <dgm:cxn modelId="{31505971-9201-49A2-97A6-AF791971E2CA}" type="presOf" srcId="{055A791F-FC9A-41B6-8FFC-ABDB32A5E5E5}" destId="{9F8A643A-81A9-4820-8780-5AA5BCDE910A}" srcOrd="0" destOrd="0" presId="urn:microsoft.com/office/officeart/2018/2/layout/IconCircleList"/>
    <dgm:cxn modelId="{38A73473-9166-4651-A938-380901C2137E}" type="presOf" srcId="{DFADB43C-D4F6-4489-BF73-33BB2AF29512}" destId="{9941DDB0-C262-49E1-A5A7-18C9F6733CC6}" srcOrd="0" destOrd="0" presId="urn:microsoft.com/office/officeart/2018/2/layout/IconCircleList"/>
    <dgm:cxn modelId="{C161A957-03BA-407D-BE6E-B43DBF4CC7F3}" type="presOf" srcId="{D29A7DD3-599D-4C1B-AEF8-BCE86D92CCF7}" destId="{766F1F8D-990B-4C6C-93AE-6269DA3E74B1}" srcOrd="0" destOrd="0" presId="urn:microsoft.com/office/officeart/2018/2/layout/IconCircleList"/>
    <dgm:cxn modelId="{0A98F788-6E1F-4337-BF11-97814F9BFEC5}" type="presOf" srcId="{7665FB69-5233-467C-830E-B12E9397347E}" destId="{C3D79EA5-8B62-43FF-AE9E-9F835CEAABEE}" srcOrd="0" destOrd="0" presId="urn:microsoft.com/office/officeart/2018/2/layout/IconCircleList"/>
    <dgm:cxn modelId="{79783299-E319-4CE2-8923-0A75BB066BE0}" srcId="{488F571A-B85E-44E5-B25B-C2DCEBAC6242}" destId="{055A791F-FC9A-41B6-8FFC-ABDB32A5E5E5}" srcOrd="2" destOrd="0" parTransId="{03BFB132-70E6-46D5-8B0D-2AE06B2FDCA1}" sibTransId="{DFADB43C-D4F6-4489-BF73-33BB2AF29512}"/>
    <dgm:cxn modelId="{36ACB8A3-E36A-451C-A37D-1745D587B783}" srcId="{488F571A-B85E-44E5-B25B-C2DCEBAC6242}" destId="{7665FB69-5233-467C-830E-B12E9397347E}" srcOrd="1" destOrd="0" parTransId="{D18D3D29-8202-4E9B-B402-DB4783BEF6C3}" sibTransId="{61FB3D50-AD95-4CD4-8AB9-9A4070E29150}"/>
    <dgm:cxn modelId="{E34222AD-6423-4155-83C0-2014A82367EB}" type="presOf" srcId="{77BA49FE-9A1E-4793-946A-F8FBF6F973C5}" destId="{426FD71A-945F-46C9-8B46-AD1A3ECAA900}" srcOrd="0" destOrd="0" presId="urn:microsoft.com/office/officeart/2018/2/layout/IconCircleList"/>
    <dgm:cxn modelId="{3424B7CE-BB1A-4EC3-B8D9-8C7AEC31683F}" type="presOf" srcId="{A48C8E16-D27F-4999-A653-AEEF28B080D3}" destId="{0E635E0A-457B-4604-80F6-0D016365D58D}" srcOrd="0" destOrd="0" presId="urn:microsoft.com/office/officeart/2018/2/layout/IconCircleList"/>
    <dgm:cxn modelId="{3A19DDE5-25E2-4854-899A-809AB3CB0EFB}" srcId="{488F571A-B85E-44E5-B25B-C2DCEBAC6242}" destId="{CE3DA59A-ECE8-4969-B13E-13ECC587B6F7}" srcOrd="3" destOrd="0" parTransId="{F7E60E1C-4FE9-4A49-BCBE-BDF6CDDE132D}" sibTransId="{77BA49FE-9A1E-4793-946A-F8FBF6F973C5}"/>
    <dgm:cxn modelId="{295986F2-43BF-4BB2-B157-A85F9F71F3DE}" type="presOf" srcId="{61FB3D50-AD95-4CD4-8AB9-9A4070E29150}" destId="{6A914A96-0F1E-491C-B763-8E974EF00EE7}" srcOrd="0" destOrd="0" presId="urn:microsoft.com/office/officeart/2018/2/layout/IconCircleList"/>
    <dgm:cxn modelId="{BC71D818-C7F2-4015-9364-C00A3835A78B}" type="presParOf" srcId="{C339821C-ACD4-40D8-B2EA-0DD1E3190294}" destId="{D492EE8F-F882-48D5-B929-6AC934A14162}" srcOrd="0" destOrd="0" presId="urn:microsoft.com/office/officeart/2018/2/layout/IconCircleList"/>
    <dgm:cxn modelId="{396ADE94-86C9-4741-B2E3-688EFBBCB13E}" type="presParOf" srcId="{D492EE8F-F882-48D5-B929-6AC934A14162}" destId="{80712541-BEB1-4B03-B6B2-A98EC9836A6F}" srcOrd="0" destOrd="0" presId="urn:microsoft.com/office/officeart/2018/2/layout/IconCircleList"/>
    <dgm:cxn modelId="{1A1E93B4-B5B4-4409-989F-1300FF2040A2}" type="presParOf" srcId="{80712541-BEB1-4B03-B6B2-A98EC9836A6F}" destId="{7368468C-D0AC-45F8-ACAE-C9C98F620C06}" srcOrd="0" destOrd="0" presId="urn:microsoft.com/office/officeart/2018/2/layout/IconCircleList"/>
    <dgm:cxn modelId="{FAE9FA81-B24A-4226-94CF-897080294EA9}" type="presParOf" srcId="{80712541-BEB1-4B03-B6B2-A98EC9836A6F}" destId="{3B5B4F37-5154-41AA-AB6C-7096B55E707A}" srcOrd="1" destOrd="0" presId="urn:microsoft.com/office/officeart/2018/2/layout/IconCircleList"/>
    <dgm:cxn modelId="{361CD169-80D4-4FBF-80A2-DE09263352D8}" type="presParOf" srcId="{80712541-BEB1-4B03-B6B2-A98EC9836A6F}" destId="{5CA655C2-6AAE-4888-82C4-0F27B072B3B0}" srcOrd="2" destOrd="0" presId="urn:microsoft.com/office/officeart/2018/2/layout/IconCircleList"/>
    <dgm:cxn modelId="{65F24D4A-B5EB-43D3-ACD2-AA6988ED8D51}" type="presParOf" srcId="{80712541-BEB1-4B03-B6B2-A98EC9836A6F}" destId="{766F1F8D-990B-4C6C-93AE-6269DA3E74B1}" srcOrd="3" destOrd="0" presId="urn:microsoft.com/office/officeart/2018/2/layout/IconCircleList"/>
    <dgm:cxn modelId="{D3EB08E3-84BB-4C8E-80EA-FF38432C3835}" type="presParOf" srcId="{D492EE8F-F882-48D5-B929-6AC934A14162}" destId="{107B7EDB-B273-49B2-8AF4-BF9C94F25861}" srcOrd="1" destOrd="0" presId="urn:microsoft.com/office/officeart/2018/2/layout/IconCircleList"/>
    <dgm:cxn modelId="{CAC5A089-8F0D-488F-9338-8D7CE65728D3}" type="presParOf" srcId="{D492EE8F-F882-48D5-B929-6AC934A14162}" destId="{0FDDC6F2-C57B-4F9E-B39B-FD8D7D4D566E}" srcOrd="2" destOrd="0" presId="urn:microsoft.com/office/officeart/2018/2/layout/IconCircleList"/>
    <dgm:cxn modelId="{14B15EE9-5D32-4594-B764-2A45CDDE60B7}" type="presParOf" srcId="{0FDDC6F2-C57B-4F9E-B39B-FD8D7D4D566E}" destId="{CA386674-B6C1-4DC4-A6EB-FB5877B4B91A}" srcOrd="0" destOrd="0" presId="urn:microsoft.com/office/officeart/2018/2/layout/IconCircleList"/>
    <dgm:cxn modelId="{2B433647-D358-45E8-BA46-4997D5310B81}" type="presParOf" srcId="{0FDDC6F2-C57B-4F9E-B39B-FD8D7D4D566E}" destId="{A9FDC3EC-FE47-4C53-95F7-FC0F50A7C1B9}" srcOrd="1" destOrd="0" presId="urn:microsoft.com/office/officeart/2018/2/layout/IconCircleList"/>
    <dgm:cxn modelId="{B4DB457A-28BA-4A71-BD7A-C9567197B6A1}" type="presParOf" srcId="{0FDDC6F2-C57B-4F9E-B39B-FD8D7D4D566E}" destId="{AE259A67-7178-481A-8DB3-8A5DAD63BE5B}" srcOrd="2" destOrd="0" presId="urn:microsoft.com/office/officeart/2018/2/layout/IconCircleList"/>
    <dgm:cxn modelId="{A5274409-485D-49F8-9CE1-71B3BB2C62EF}" type="presParOf" srcId="{0FDDC6F2-C57B-4F9E-B39B-FD8D7D4D566E}" destId="{C3D79EA5-8B62-43FF-AE9E-9F835CEAABEE}" srcOrd="3" destOrd="0" presId="urn:microsoft.com/office/officeart/2018/2/layout/IconCircleList"/>
    <dgm:cxn modelId="{4410CDCD-FCB6-4FE0-BAEB-76944F27AB63}" type="presParOf" srcId="{D492EE8F-F882-48D5-B929-6AC934A14162}" destId="{6A914A96-0F1E-491C-B763-8E974EF00EE7}" srcOrd="3" destOrd="0" presId="urn:microsoft.com/office/officeart/2018/2/layout/IconCircleList"/>
    <dgm:cxn modelId="{31E6A5E4-FCD2-4900-A269-9CDB3CFD739B}" type="presParOf" srcId="{D492EE8F-F882-48D5-B929-6AC934A14162}" destId="{518429B9-1283-46F9-9A95-10ABB793E756}" srcOrd="4" destOrd="0" presId="urn:microsoft.com/office/officeart/2018/2/layout/IconCircleList"/>
    <dgm:cxn modelId="{14D69084-FC04-4E76-AF72-247497D14BF1}" type="presParOf" srcId="{518429B9-1283-46F9-9A95-10ABB793E756}" destId="{C62F5B80-0FBE-437F-9A7E-87CCE5067FCE}" srcOrd="0" destOrd="0" presId="urn:microsoft.com/office/officeart/2018/2/layout/IconCircleList"/>
    <dgm:cxn modelId="{AE85EF24-A8AA-47CA-B3B2-D02C0EAB85CF}" type="presParOf" srcId="{518429B9-1283-46F9-9A95-10ABB793E756}" destId="{B0AA34E1-D357-4FCB-8228-ED2DB1EA61D5}" srcOrd="1" destOrd="0" presId="urn:microsoft.com/office/officeart/2018/2/layout/IconCircleList"/>
    <dgm:cxn modelId="{C5590544-721A-451E-A280-6A4AD552891C}" type="presParOf" srcId="{518429B9-1283-46F9-9A95-10ABB793E756}" destId="{0465DB00-8745-4562-8CA7-14DEF990F1C8}" srcOrd="2" destOrd="0" presId="urn:microsoft.com/office/officeart/2018/2/layout/IconCircleList"/>
    <dgm:cxn modelId="{D303C4BF-4D5B-402A-A03D-864A419C6719}" type="presParOf" srcId="{518429B9-1283-46F9-9A95-10ABB793E756}" destId="{9F8A643A-81A9-4820-8780-5AA5BCDE910A}" srcOrd="3" destOrd="0" presId="urn:microsoft.com/office/officeart/2018/2/layout/IconCircleList"/>
    <dgm:cxn modelId="{F293C8AB-07B4-44DC-BB84-0D4EB721289B}" type="presParOf" srcId="{D492EE8F-F882-48D5-B929-6AC934A14162}" destId="{9941DDB0-C262-49E1-A5A7-18C9F6733CC6}" srcOrd="5" destOrd="0" presId="urn:microsoft.com/office/officeart/2018/2/layout/IconCircleList"/>
    <dgm:cxn modelId="{4A1548B0-299D-4DC6-B5E5-7BC6E4CFA373}" type="presParOf" srcId="{D492EE8F-F882-48D5-B929-6AC934A14162}" destId="{BB9ED333-5EE2-4149-9EDF-DC85D6048C98}" srcOrd="6" destOrd="0" presId="urn:microsoft.com/office/officeart/2018/2/layout/IconCircleList"/>
    <dgm:cxn modelId="{0AF2A266-7F87-4C4D-9FFB-7C37933B47FE}" type="presParOf" srcId="{BB9ED333-5EE2-4149-9EDF-DC85D6048C98}" destId="{241F4D40-975A-495A-8721-A4D8F6DE31D6}" srcOrd="0" destOrd="0" presId="urn:microsoft.com/office/officeart/2018/2/layout/IconCircleList"/>
    <dgm:cxn modelId="{C28D944A-838D-4BAA-A65E-7A21EA208BA2}" type="presParOf" srcId="{BB9ED333-5EE2-4149-9EDF-DC85D6048C98}" destId="{A3ED1998-7826-4AF1-B0C9-2B36CF48E433}" srcOrd="1" destOrd="0" presId="urn:microsoft.com/office/officeart/2018/2/layout/IconCircleList"/>
    <dgm:cxn modelId="{59DF1C24-5674-4158-9C19-89C19B5C403E}" type="presParOf" srcId="{BB9ED333-5EE2-4149-9EDF-DC85D6048C98}" destId="{8181E4E0-4908-405F-84A0-2EF6BB73C54F}" srcOrd="2" destOrd="0" presId="urn:microsoft.com/office/officeart/2018/2/layout/IconCircleList"/>
    <dgm:cxn modelId="{EF0D9995-9E23-462E-8A24-4D0F97B2BFCF}" type="presParOf" srcId="{BB9ED333-5EE2-4149-9EDF-DC85D6048C98}" destId="{D0C70C50-4B63-4165-B7B5-D43BCBBA75DF}" srcOrd="3" destOrd="0" presId="urn:microsoft.com/office/officeart/2018/2/layout/IconCircleList"/>
    <dgm:cxn modelId="{791E1CAA-46D6-44FC-AF19-54BAF671BEAA}" type="presParOf" srcId="{D492EE8F-F882-48D5-B929-6AC934A14162}" destId="{426FD71A-945F-46C9-8B46-AD1A3ECAA900}" srcOrd="7" destOrd="0" presId="urn:microsoft.com/office/officeart/2018/2/layout/IconCircleList"/>
    <dgm:cxn modelId="{3B5DDBB5-EA74-40A4-A3A1-460B0F0A86F2}" type="presParOf" srcId="{D492EE8F-F882-48D5-B929-6AC934A14162}" destId="{BB9C0976-4F30-4F48-937D-E782A5434C96}" srcOrd="8" destOrd="0" presId="urn:microsoft.com/office/officeart/2018/2/layout/IconCircleList"/>
    <dgm:cxn modelId="{CE9A7A7E-F442-4D3C-9F19-EE76B2E238F3}" type="presParOf" srcId="{BB9C0976-4F30-4F48-937D-E782A5434C96}" destId="{D4D3CB84-A9C5-4FBC-B519-5135455195DD}" srcOrd="0" destOrd="0" presId="urn:microsoft.com/office/officeart/2018/2/layout/IconCircleList"/>
    <dgm:cxn modelId="{B9433B64-5A79-49BB-8BCA-7B7962D21C55}" type="presParOf" srcId="{BB9C0976-4F30-4F48-937D-E782A5434C96}" destId="{D69632E4-6411-4BB6-8B47-DD3EE0A79703}" srcOrd="1" destOrd="0" presId="urn:microsoft.com/office/officeart/2018/2/layout/IconCircleList"/>
    <dgm:cxn modelId="{914E9A6A-7640-435F-A678-16B4FF53EA58}" type="presParOf" srcId="{BB9C0976-4F30-4F48-937D-E782A5434C96}" destId="{D42686D5-0C0A-4EA6-BFB4-EEDC59508FAC}" srcOrd="2" destOrd="0" presId="urn:microsoft.com/office/officeart/2018/2/layout/IconCircleList"/>
    <dgm:cxn modelId="{F58D364A-D4DC-4364-8BA3-315D831C11CF}" type="presParOf" srcId="{BB9C0976-4F30-4F48-937D-E782A5434C96}" destId="{0E635E0A-457B-4604-80F6-0D016365D58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8B6735-BCD1-4AF0-8388-F687D4FF654B}"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48ED94F1-A06F-4CB6-87EC-9049492006CD}">
      <dgm:prSet/>
      <dgm:spPr/>
      <dgm:t>
        <a:bodyPr/>
        <a:lstStyle/>
        <a:p>
          <a:r>
            <a:rPr lang="en-US"/>
            <a:t>Frontend: HTML, CSS, JavaScript, AJAX</a:t>
          </a:r>
        </a:p>
      </dgm:t>
    </dgm:pt>
    <dgm:pt modelId="{EABCC973-4D28-41E5-84B9-49FEF59CD18D}" type="parTrans" cxnId="{CD30EB94-8BF0-4D25-A5C1-D9C02A1AA684}">
      <dgm:prSet/>
      <dgm:spPr/>
      <dgm:t>
        <a:bodyPr/>
        <a:lstStyle/>
        <a:p>
          <a:endParaRPr lang="en-US"/>
        </a:p>
      </dgm:t>
    </dgm:pt>
    <dgm:pt modelId="{F2CBF279-569E-46B5-9F3C-9BDC3E6B2ECA}" type="sibTrans" cxnId="{CD30EB94-8BF0-4D25-A5C1-D9C02A1AA684}">
      <dgm:prSet/>
      <dgm:spPr/>
      <dgm:t>
        <a:bodyPr/>
        <a:lstStyle/>
        <a:p>
          <a:endParaRPr lang="en-US"/>
        </a:p>
      </dgm:t>
    </dgm:pt>
    <dgm:pt modelId="{11843DAF-139E-4AE3-8DBF-8B5A74F2A56C}">
      <dgm:prSet/>
      <dgm:spPr/>
      <dgm:t>
        <a:bodyPr/>
        <a:lstStyle/>
        <a:p>
          <a:r>
            <a:rPr lang="en-US"/>
            <a:t>Backend: PHP</a:t>
          </a:r>
        </a:p>
      </dgm:t>
    </dgm:pt>
    <dgm:pt modelId="{A7851EE5-173E-4672-A065-7992BFC3C0F1}" type="parTrans" cxnId="{A14ED4DD-41D0-4052-B707-3F264EF26527}">
      <dgm:prSet/>
      <dgm:spPr/>
      <dgm:t>
        <a:bodyPr/>
        <a:lstStyle/>
        <a:p>
          <a:endParaRPr lang="en-US"/>
        </a:p>
      </dgm:t>
    </dgm:pt>
    <dgm:pt modelId="{8C60677E-5675-408D-991A-E8D068D84A88}" type="sibTrans" cxnId="{A14ED4DD-41D0-4052-B707-3F264EF26527}">
      <dgm:prSet/>
      <dgm:spPr/>
      <dgm:t>
        <a:bodyPr/>
        <a:lstStyle/>
        <a:p>
          <a:endParaRPr lang="en-US"/>
        </a:p>
      </dgm:t>
    </dgm:pt>
    <dgm:pt modelId="{2DB1194E-F0A8-4FB5-AF4F-502459888930}">
      <dgm:prSet/>
      <dgm:spPr/>
      <dgm:t>
        <a:bodyPr/>
        <a:lstStyle/>
        <a:p>
          <a:r>
            <a:rPr lang="en-US"/>
            <a:t>Database: MySQL</a:t>
          </a:r>
        </a:p>
      </dgm:t>
    </dgm:pt>
    <dgm:pt modelId="{F121AEA6-3E12-4AAB-ACC3-856342A3143A}" type="parTrans" cxnId="{6150B234-E55E-4B41-9121-4256D216F31E}">
      <dgm:prSet/>
      <dgm:spPr/>
      <dgm:t>
        <a:bodyPr/>
        <a:lstStyle/>
        <a:p>
          <a:endParaRPr lang="en-US"/>
        </a:p>
      </dgm:t>
    </dgm:pt>
    <dgm:pt modelId="{095E8117-7AE3-4512-8A01-701A38201850}" type="sibTrans" cxnId="{6150B234-E55E-4B41-9121-4256D216F31E}">
      <dgm:prSet/>
      <dgm:spPr/>
      <dgm:t>
        <a:bodyPr/>
        <a:lstStyle/>
        <a:p>
          <a:endParaRPr lang="en-US"/>
        </a:p>
      </dgm:t>
    </dgm:pt>
    <dgm:pt modelId="{88454598-FE1E-48D0-897C-F3B853CBF18F}">
      <dgm:prSet/>
      <dgm:spPr/>
      <dgm:t>
        <a:bodyPr/>
        <a:lstStyle/>
        <a:p>
          <a:r>
            <a:rPr lang="en-US"/>
            <a:t>Design framework: Bootstrap/Tailwind CSS</a:t>
          </a:r>
        </a:p>
      </dgm:t>
    </dgm:pt>
    <dgm:pt modelId="{0529B997-0452-42EF-8C7A-2447F4FF7248}" type="parTrans" cxnId="{AEF95563-B085-4F56-A407-2E76F4FD1783}">
      <dgm:prSet/>
      <dgm:spPr/>
      <dgm:t>
        <a:bodyPr/>
        <a:lstStyle/>
        <a:p>
          <a:endParaRPr lang="en-US"/>
        </a:p>
      </dgm:t>
    </dgm:pt>
    <dgm:pt modelId="{A38AC7DE-1C17-49C6-AF57-F6A5FE77F2F6}" type="sibTrans" cxnId="{AEF95563-B085-4F56-A407-2E76F4FD1783}">
      <dgm:prSet/>
      <dgm:spPr/>
      <dgm:t>
        <a:bodyPr/>
        <a:lstStyle/>
        <a:p>
          <a:endParaRPr lang="en-US"/>
        </a:p>
      </dgm:t>
    </dgm:pt>
    <dgm:pt modelId="{788292E4-7716-43A7-B2D1-04011F79F228}">
      <dgm:prSet/>
      <dgm:spPr/>
      <dgm:t>
        <a:bodyPr/>
        <a:lstStyle/>
        <a:p>
          <a:r>
            <a:rPr lang="en-US"/>
            <a:t>IDE: visual studio code</a:t>
          </a:r>
        </a:p>
      </dgm:t>
    </dgm:pt>
    <dgm:pt modelId="{E3AA21E9-E959-4CEC-9FE0-2B2D7FA3895E}" type="parTrans" cxnId="{9F73C705-20A9-4BA1-AAE5-0224401D5376}">
      <dgm:prSet/>
      <dgm:spPr/>
      <dgm:t>
        <a:bodyPr/>
        <a:lstStyle/>
        <a:p>
          <a:endParaRPr lang="en-US"/>
        </a:p>
      </dgm:t>
    </dgm:pt>
    <dgm:pt modelId="{23B0952B-CB16-4984-9DCC-64C64D8A8178}" type="sibTrans" cxnId="{9F73C705-20A9-4BA1-AAE5-0224401D5376}">
      <dgm:prSet/>
      <dgm:spPr/>
      <dgm:t>
        <a:bodyPr/>
        <a:lstStyle/>
        <a:p>
          <a:endParaRPr lang="en-US"/>
        </a:p>
      </dgm:t>
    </dgm:pt>
    <dgm:pt modelId="{B8E05AC1-ECC6-4DBF-8D8C-BC11116D5020}" type="pres">
      <dgm:prSet presAssocID="{128B6735-BCD1-4AF0-8388-F687D4FF654B}" presName="diagram" presStyleCnt="0">
        <dgm:presLayoutVars>
          <dgm:dir/>
          <dgm:resizeHandles val="exact"/>
        </dgm:presLayoutVars>
      </dgm:prSet>
      <dgm:spPr/>
    </dgm:pt>
    <dgm:pt modelId="{07BCF3AD-62A7-42F8-AA06-326F8257EB54}" type="pres">
      <dgm:prSet presAssocID="{48ED94F1-A06F-4CB6-87EC-9049492006CD}" presName="node" presStyleLbl="node1" presStyleIdx="0" presStyleCnt="5">
        <dgm:presLayoutVars>
          <dgm:bulletEnabled val="1"/>
        </dgm:presLayoutVars>
      </dgm:prSet>
      <dgm:spPr/>
    </dgm:pt>
    <dgm:pt modelId="{2E5609CA-590D-490D-9A72-4CC3475F3C9B}" type="pres">
      <dgm:prSet presAssocID="{F2CBF279-569E-46B5-9F3C-9BDC3E6B2ECA}" presName="sibTrans" presStyleCnt="0"/>
      <dgm:spPr/>
    </dgm:pt>
    <dgm:pt modelId="{52E672C3-0AB8-4C08-914E-366A6E09FE60}" type="pres">
      <dgm:prSet presAssocID="{11843DAF-139E-4AE3-8DBF-8B5A74F2A56C}" presName="node" presStyleLbl="node1" presStyleIdx="1" presStyleCnt="5">
        <dgm:presLayoutVars>
          <dgm:bulletEnabled val="1"/>
        </dgm:presLayoutVars>
      </dgm:prSet>
      <dgm:spPr/>
    </dgm:pt>
    <dgm:pt modelId="{64D3D4A9-1AD1-4A08-A5D3-5365FF79BC21}" type="pres">
      <dgm:prSet presAssocID="{8C60677E-5675-408D-991A-E8D068D84A88}" presName="sibTrans" presStyleCnt="0"/>
      <dgm:spPr/>
    </dgm:pt>
    <dgm:pt modelId="{A7FFA268-DBF7-4573-9F5C-1C77E18E981B}" type="pres">
      <dgm:prSet presAssocID="{2DB1194E-F0A8-4FB5-AF4F-502459888930}" presName="node" presStyleLbl="node1" presStyleIdx="2" presStyleCnt="5">
        <dgm:presLayoutVars>
          <dgm:bulletEnabled val="1"/>
        </dgm:presLayoutVars>
      </dgm:prSet>
      <dgm:spPr/>
    </dgm:pt>
    <dgm:pt modelId="{3D2C3C01-335F-40AB-970B-1EFB9D2A10FD}" type="pres">
      <dgm:prSet presAssocID="{095E8117-7AE3-4512-8A01-701A38201850}" presName="sibTrans" presStyleCnt="0"/>
      <dgm:spPr/>
    </dgm:pt>
    <dgm:pt modelId="{964B8CCF-74E1-4C13-B827-7570827F92FA}" type="pres">
      <dgm:prSet presAssocID="{88454598-FE1E-48D0-897C-F3B853CBF18F}" presName="node" presStyleLbl="node1" presStyleIdx="3" presStyleCnt="5">
        <dgm:presLayoutVars>
          <dgm:bulletEnabled val="1"/>
        </dgm:presLayoutVars>
      </dgm:prSet>
      <dgm:spPr/>
    </dgm:pt>
    <dgm:pt modelId="{7D0A59DB-E875-436F-A6DE-A9702A85DDA8}" type="pres">
      <dgm:prSet presAssocID="{A38AC7DE-1C17-49C6-AF57-F6A5FE77F2F6}" presName="sibTrans" presStyleCnt="0"/>
      <dgm:spPr/>
    </dgm:pt>
    <dgm:pt modelId="{689110F5-F561-43B0-AD1C-D6515D6A1F10}" type="pres">
      <dgm:prSet presAssocID="{788292E4-7716-43A7-B2D1-04011F79F228}" presName="node" presStyleLbl="node1" presStyleIdx="4" presStyleCnt="5">
        <dgm:presLayoutVars>
          <dgm:bulletEnabled val="1"/>
        </dgm:presLayoutVars>
      </dgm:prSet>
      <dgm:spPr/>
    </dgm:pt>
  </dgm:ptLst>
  <dgm:cxnLst>
    <dgm:cxn modelId="{9F73C705-20A9-4BA1-AAE5-0224401D5376}" srcId="{128B6735-BCD1-4AF0-8388-F687D4FF654B}" destId="{788292E4-7716-43A7-B2D1-04011F79F228}" srcOrd="4" destOrd="0" parTransId="{E3AA21E9-E959-4CEC-9FE0-2B2D7FA3895E}" sibTransId="{23B0952B-CB16-4984-9DCC-64C64D8A8178}"/>
    <dgm:cxn modelId="{6150B234-E55E-4B41-9121-4256D216F31E}" srcId="{128B6735-BCD1-4AF0-8388-F687D4FF654B}" destId="{2DB1194E-F0A8-4FB5-AF4F-502459888930}" srcOrd="2" destOrd="0" parTransId="{F121AEA6-3E12-4AAB-ACC3-856342A3143A}" sibTransId="{095E8117-7AE3-4512-8A01-701A38201850}"/>
    <dgm:cxn modelId="{AEF95563-B085-4F56-A407-2E76F4FD1783}" srcId="{128B6735-BCD1-4AF0-8388-F687D4FF654B}" destId="{88454598-FE1E-48D0-897C-F3B853CBF18F}" srcOrd="3" destOrd="0" parTransId="{0529B997-0452-42EF-8C7A-2447F4FF7248}" sibTransId="{A38AC7DE-1C17-49C6-AF57-F6A5FE77F2F6}"/>
    <dgm:cxn modelId="{44F2944A-61F3-4E5C-87A5-A354A36CA427}" type="presOf" srcId="{2DB1194E-F0A8-4FB5-AF4F-502459888930}" destId="{A7FFA268-DBF7-4573-9F5C-1C77E18E981B}" srcOrd="0" destOrd="0" presId="urn:microsoft.com/office/officeart/2005/8/layout/default"/>
    <dgm:cxn modelId="{C2F5F36F-C3AD-49ED-B457-739F35903B92}" type="presOf" srcId="{88454598-FE1E-48D0-897C-F3B853CBF18F}" destId="{964B8CCF-74E1-4C13-B827-7570827F92FA}" srcOrd="0" destOrd="0" presId="urn:microsoft.com/office/officeart/2005/8/layout/default"/>
    <dgm:cxn modelId="{90E25292-6B5E-4D46-8A53-8D323EB3D63E}" type="presOf" srcId="{48ED94F1-A06F-4CB6-87EC-9049492006CD}" destId="{07BCF3AD-62A7-42F8-AA06-326F8257EB54}" srcOrd="0" destOrd="0" presId="urn:microsoft.com/office/officeart/2005/8/layout/default"/>
    <dgm:cxn modelId="{CD30EB94-8BF0-4D25-A5C1-D9C02A1AA684}" srcId="{128B6735-BCD1-4AF0-8388-F687D4FF654B}" destId="{48ED94F1-A06F-4CB6-87EC-9049492006CD}" srcOrd="0" destOrd="0" parTransId="{EABCC973-4D28-41E5-84B9-49FEF59CD18D}" sibTransId="{F2CBF279-569E-46B5-9F3C-9BDC3E6B2ECA}"/>
    <dgm:cxn modelId="{A14ED4DD-41D0-4052-B707-3F264EF26527}" srcId="{128B6735-BCD1-4AF0-8388-F687D4FF654B}" destId="{11843DAF-139E-4AE3-8DBF-8B5A74F2A56C}" srcOrd="1" destOrd="0" parTransId="{A7851EE5-173E-4672-A065-7992BFC3C0F1}" sibTransId="{8C60677E-5675-408D-991A-E8D068D84A88}"/>
    <dgm:cxn modelId="{F83506E2-C21C-41BD-8A50-2956DB1FA11C}" type="presOf" srcId="{788292E4-7716-43A7-B2D1-04011F79F228}" destId="{689110F5-F561-43B0-AD1C-D6515D6A1F10}" srcOrd="0" destOrd="0" presId="urn:microsoft.com/office/officeart/2005/8/layout/default"/>
    <dgm:cxn modelId="{204741EA-E455-4DE8-ACDE-149905F8AE74}" type="presOf" srcId="{128B6735-BCD1-4AF0-8388-F687D4FF654B}" destId="{B8E05AC1-ECC6-4DBF-8D8C-BC11116D5020}" srcOrd="0" destOrd="0" presId="urn:microsoft.com/office/officeart/2005/8/layout/default"/>
    <dgm:cxn modelId="{FDA4EAF6-CEC0-40CB-A6C6-DA401581E0F4}" type="presOf" srcId="{11843DAF-139E-4AE3-8DBF-8B5A74F2A56C}" destId="{52E672C3-0AB8-4C08-914E-366A6E09FE60}" srcOrd="0" destOrd="0" presId="urn:microsoft.com/office/officeart/2005/8/layout/default"/>
    <dgm:cxn modelId="{80C70E5E-27A2-474C-9A09-1EFE18178091}" type="presParOf" srcId="{B8E05AC1-ECC6-4DBF-8D8C-BC11116D5020}" destId="{07BCF3AD-62A7-42F8-AA06-326F8257EB54}" srcOrd="0" destOrd="0" presId="urn:microsoft.com/office/officeart/2005/8/layout/default"/>
    <dgm:cxn modelId="{E26194B4-10A9-467B-9299-7A225C94557C}" type="presParOf" srcId="{B8E05AC1-ECC6-4DBF-8D8C-BC11116D5020}" destId="{2E5609CA-590D-490D-9A72-4CC3475F3C9B}" srcOrd="1" destOrd="0" presId="urn:microsoft.com/office/officeart/2005/8/layout/default"/>
    <dgm:cxn modelId="{9F517EB4-A43C-45E1-B46E-542720E9D2A2}" type="presParOf" srcId="{B8E05AC1-ECC6-4DBF-8D8C-BC11116D5020}" destId="{52E672C3-0AB8-4C08-914E-366A6E09FE60}" srcOrd="2" destOrd="0" presId="urn:microsoft.com/office/officeart/2005/8/layout/default"/>
    <dgm:cxn modelId="{187BA631-F4E9-48BF-9A6B-8917184F9751}" type="presParOf" srcId="{B8E05AC1-ECC6-4DBF-8D8C-BC11116D5020}" destId="{64D3D4A9-1AD1-4A08-A5D3-5365FF79BC21}" srcOrd="3" destOrd="0" presId="urn:microsoft.com/office/officeart/2005/8/layout/default"/>
    <dgm:cxn modelId="{566BC861-1B6A-4EFE-8B84-96C58B749E99}" type="presParOf" srcId="{B8E05AC1-ECC6-4DBF-8D8C-BC11116D5020}" destId="{A7FFA268-DBF7-4573-9F5C-1C77E18E981B}" srcOrd="4" destOrd="0" presId="urn:microsoft.com/office/officeart/2005/8/layout/default"/>
    <dgm:cxn modelId="{BD05F12A-F5EF-4EC8-956A-B6B8D09625FC}" type="presParOf" srcId="{B8E05AC1-ECC6-4DBF-8D8C-BC11116D5020}" destId="{3D2C3C01-335F-40AB-970B-1EFB9D2A10FD}" srcOrd="5" destOrd="0" presId="urn:microsoft.com/office/officeart/2005/8/layout/default"/>
    <dgm:cxn modelId="{BD401274-D5A2-4DE3-8E08-2FFE7D84B165}" type="presParOf" srcId="{B8E05AC1-ECC6-4DBF-8D8C-BC11116D5020}" destId="{964B8CCF-74E1-4C13-B827-7570827F92FA}" srcOrd="6" destOrd="0" presId="urn:microsoft.com/office/officeart/2005/8/layout/default"/>
    <dgm:cxn modelId="{7BCAADCA-B0A2-4095-8E3D-8BF59FAE5EF5}" type="presParOf" srcId="{B8E05AC1-ECC6-4DBF-8D8C-BC11116D5020}" destId="{7D0A59DB-E875-436F-A6DE-A9702A85DDA8}" srcOrd="7" destOrd="0" presId="urn:microsoft.com/office/officeart/2005/8/layout/default"/>
    <dgm:cxn modelId="{77460082-CB4E-431A-88F7-7409B49A38AB}" type="presParOf" srcId="{B8E05AC1-ECC6-4DBF-8D8C-BC11116D5020}" destId="{689110F5-F561-43B0-AD1C-D6515D6A1F10}"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6B0DBC-0620-48BF-AA34-D2E3F3AC912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9850219-B761-4C70-BB44-8B81AB0026BD}">
      <dgm:prSet/>
      <dgm:spPr/>
      <dgm:t>
        <a:bodyPr/>
        <a:lstStyle/>
        <a:p>
          <a:r>
            <a:rPr lang="en-US"/>
            <a:t>User: users_id (PK), name, email (unique), number, password, address, type</a:t>
          </a:r>
        </a:p>
      </dgm:t>
    </dgm:pt>
    <dgm:pt modelId="{D764579B-70B6-4279-96CD-243974F363E1}" type="parTrans" cxnId="{C323C947-A767-41A5-924A-9BAB98C92987}">
      <dgm:prSet/>
      <dgm:spPr/>
      <dgm:t>
        <a:bodyPr/>
        <a:lstStyle/>
        <a:p>
          <a:endParaRPr lang="en-US"/>
        </a:p>
      </dgm:t>
    </dgm:pt>
    <dgm:pt modelId="{FA666F9B-44A2-4EE7-BBC9-67D38CFEC6CC}" type="sibTrans" cxnId="{C323C947-A767-41A5-924A-9BAB98C92987}">
      <dgm:prSet/>
      <dgm:spPr/>
      <dgm:t>
        <a:bodyPr/>
        <a:lstStyle/>
        <a:p>
          <a:endParaRPr lang="en-US"/>
        </a:p>
      </dgm:t>
    </dgm:pt>
    <dgm:pt modelId="{41C9AAAE-D961-4F5B-B3A3-BD6F988AC6C0}">
      <dgm:prSet/>
      <dgm:spPr/>
      <dgm:t>
        <a:bodyPr/>
        <a:lstStyle/>
        <a:p>
          <a:r>
            <a:rPr lang="en-US" dirty="0"/>
            <a:t>Product: product_id (PK), name, brand_id (FK-&gt;Brand), category_id (FK-&gt;Category), description, price, stock-quantity, supplier_id (FK-&gt;Supplier)</a:t>
          </a:r>
        </a:p>
      </dgm:t>
    </dgm:pt>
    <dgm:pt modelId="{0A50ECAD-4E10-4607-859D-574B0C3AC8D0}" type="parTrans" cxnId="{BD29B125-4A39-4B87-A2B3-92064EFB5473}">
      <dgm:prSet/>
      <dgm:spPr/>
      <dgm:t>
        <a:bodyPr/>
        <a:lstStyle/>
        <a:p>
          <a:endParaRPr lang="en-US"/>
        </a:p>
      </dgm:t>
    </dgm:pt>
    <dgm:pt modelId="{2F0E84D4-C8E6-4DC5-B1B5-D97351A8EDB9}" type="sibTrans" cxnId="{BD29B125-4A39-4B87-A2B3-92064EFB5473}">
      <dgm:prSet/>
      <dgm:spPr/>
      <dgm:t>
        <a:bodyPr/>
        <a:lstStyle/>
        <a:p>
          <a:endParaRPr lang="en-US"/>
        </a:p>
      </dgm:t>
    </dgm:pt>
    <dgm:pt modelId="{03513C0D-96F9-40E4-BEF6-51E4B769F341}">
      <dgm:prSet/>
      <dgm:spPr/>
      <dgm:t>
        <a:bodyPr/>
        <a:lstStyle/>
        <a:p>
          <a:r>
            <a:rPr lang="en-US"/>
            <a:t>Category: category_id(PK), name</a:t>
          </a:r>
        </a:p>
      </dgm:t>
    </dgm:pt>
    <dgm:pt modelId="{34123176-48CE-48CD-A31D-AD3BD6E5F5F7}" type="parTrans" cxnId="{3B4ECAB9-A9EA-4C7B-B533-E83A404A68AD}">
      <dgm:prSet/>
      <dgm:spPr/>
      <dgm:t>
        <a:bodyPr/>
        <a:lstStyle/>
        <a:p>
          <a:endParaRPr lang="en-US"/>
        </a:p>
      </dgm:t>
    </dgm:pt>
    <dgm:pt modelId="{07F19E20-A885-4354-92AD-45B89080B4C4}" type="sibTrans" cxnId="{3B4ECAB9-A9EA-4C7B-B533-E83A404A68AD}">
      <dgm:prSet/>
      <dgm:spPr/>
      <dgm:t>
        <a:bodyPr/>
        <a:lstStyle/>
        <a:p>
          <a:endParaRPr lang="en-US"/>
        </a:p>
      </dgm:t>
    </dgm:pt>
    <dgm:pt modelId="{4E417306-A80B-40DA-ABBA-510F02F0F50F}">
      <dgm:prSet/>
      <dgm:spPr/>
      <dgm:t>
        <a:bodyPr/>
        <a:lstStyle/>
        <a:p>
          <a:r>
            <a:rPr lang="en-US"/>
            <a:t>Brand: brand_id(PK), name, logo</a:t>
          </a:r>
        </a:p>
      </dgm:t>
    </dgm:pt>
    <dgm:pt modelId="{ADA942BA-8D58-4C5A-A27A-F81BEA808B1B}" type="parTrans" cxnId="{72039E82-05A4-4D0F-972B-2CFFF95A225F}">
      <dgm:prSet/>
      <dgm:spPr/>
      <dgm:t>
        <a:bodyPr/>
        <a:lstStyle/>
        <a:p>
          <a:endParaRPr lang="en-US"/>
        </a:p>
      </dgm:t>
    </dgm:pt>
    <dgm:pt modelId="{E46B901E-D66E-456D-B2CC-E1FAC6F314AB}" type="sibTrans" cxnId="{72039E82-05A4-4D0F-972B-2CFFF95A225F}">
      <dgm:prSet/>
      <dgm:spPr/>
      <dgm:t>
        <a:bodyPr/>
        <a:lstStyle/>
        <a:p>
          <a:endParaRPr lang="en-US"/>
        </a:p>
      </dgm:t>
    </dgm:pt>
    <dgm:pt modelId="{3D061F01-8CAB-4AE3-A388-DC1C81CCB04C}">
      <dgm:prSet/>
      <dgm:spPr/>
      <dgm:t>
        <a:bodyPr/>
        <a:lstStyle/>
        <a:p>
          <a:r>
            <a:rPr lang="en-US" dirty="0"/>
            <a:t>Cart: cart_id(PK), users_id (FK-&gt;User), created-at</a:t>
          </a:r>
        </a:p>
      </dgm:t>
    </dgm:pt>
    <dgm:pt modelId="{9E4F4899-4DF5-49B0-ACE6-84F2D8AA7BD4}" type="parTrans" cxnId="{BF3D6EBF-C4F3-448E-B1D3-040D3811A5D2}">
      <dgm:prSet/>
      <dgm:spPr/>
      <dgm:t>
        <a:bodyPr/>
        <a:lstStyle/>
        <a:p>
          <a:endParaRPr lang="en-US"/>
        </a:p>
      </dgm:t>
    </dgm:pt>
    <dgm:pt modelId="{2EC4B750-4030-4070-804C-C145415DBDB3}" type="sibTrans" cxnId="{BF3D6EBF-C4F3-448E-B1D3-040D3811A5D2}">
      <dgm:prSet/>
      <dgm:spPr/>
      <dgm:t>
        <a:bodyPr/>
        <a:lstStyle/>
        <a:p>
          <a:endParaRPr lang="en-US"/>
        </a:p>
      </dgm:t>
    </dgm:pt>
    <dgm:pt modelId="{C6411523-06BE-4DCA-BC12-BB5BC5424322}">
      <dgm:prSet/>
      <dgm:spPr/>
      <dgm:t>
        <a:bodyPr/>
        <a:lstStyle/>
        <a:p>
          <a:r>
            <a:rPr lang="en-US" dirty="0"/>
            <a:t>Review: review_id (pk), users_id(FK-&gt;User), product_id(FK-&gt;Products), rating(1-5), comment, review_date</a:t>
          </a:r>
        </a:p>
      </dgm:t>
    </dgm:pt>
    <dgm:pt modelId="{FF17369B-A85E-48E8-B92B-CD3B577B046E}" type="parTrans" cxnId="{081563F4-9EA6-4F7F-B01A-09E285D2E857}">
      <dgm:prSet/>
      <dgm:spPr/>
      <dgm:t>
        <a:bodyPr/>
        <a:lstStyle/>
        <a:p>
          <a:endParaRPr lang="en-US"/>
        </a:p>
      </dgm:t>
    </dgm:pt>
    <dgm:pt modelId="{E01164C3-C28F-4109-AA59-E9CB1ED661A6}" type="sibTrans" cxnId="{081563F4-9EA6-4F7F-B01A-09E285D2E857}">
      <dgm:prSet/>
      <dgm:spPr/>
      <dgm:t>
        <a:bodyPr/>
        <a:lstStyle/>
        <a:p>
          <a:endParaRPr lang="en-US"/>
        </a:p>
      </dgm:t>
    </dgm:pt>
    <dgm:pt modelId="{0AE7CAA1-91A0-4143-9F4A-6B13A2D4684D}">
      <dgm:prSet/>
      <dgm:spPr/>
      <dgm:t>
        <a:bodyPr/>
        <a:lstStyle/>
        <a:p>
          <a:r>
            <a:rPr lang="en-US" dirty="0"/>
            <a:t>Order: order_id(PK), users_id(FK-&gt;User), order_date, status, total-amount, discount_id (FK-&gt;Discount, null)</a:t>
          </a:r>
        </a:p>
      </dgm:t>
    </dgm:pt>
    <dgm:pt modelId="{1A959743-D7F9-4C1D-8716-6D4035603776}" type="parTrans" cxnId="{F59D7E91-377A-44FD-8865-A893DF0A85A1}">
      <dgm:prSet/>
      <dgm:spPr/>
      <dgm:t>
        <a:bodyPr/>
        <a:lstStyle/>
        <a:p>
          <a:endParaRPr lang="en-US"/>
        </a:p>
      </dgm:t>
    </dgm:pt>
    <dgm:pt modelId="{0C5214F7-2129-40F5-AC7B-70D5803021A0}" type="sibTrans" cxnId="{F59D7E91-377A-44FD-8865-A893DF0A85A1}">
      <dgm:prSet/>
      <dgm:spPr/>
      <dgm:t>
        <a:bodyPr/>
        <a:lstStyle/>
        <a:p>
          <a:endParaRPr lang="en-US"/>
        </a:p>
      </dgm:t>
    </dgm:pt>
    <dgm:pt modelId="{A26C8C56-A769-4D49-94A4-B01BC41657EF}">
      <dgm:prSet/>
      <dgm:spPr/>
      <dgm:t>
        <a:bodyPr/>
        <a:lstStyle/>
        <a:p>
          <a:r>
            <a:rPr lang="en-US" dirty="0"/>
            <a:t>OrderDetails: order_details_id(PK), order_id(FK-&gt;Order), product_id(FK-&gt;Product), quantity, price</a:t>
          </a:r>
        </a:p>
      </dgm:t>
    </dgm:pt>
    <dgm:pt modelId="{5597D30A-17F0-4819-A725-31643F0A1517}" type="parTrans" cxnId="{7642B14C-C37E-4B98-9D22-CFBB9418E820}">
      <dgm:prSet/>
      <dgm:spPr/>
      <dgm:t>
        <a:bodyPr/>
        <a:lstStyle/>
        <a:p>
          <a:endParaRPr lang="en-US"/>
        </a:p>
      </dgm:t>
    </dgm:pt>
    <dgm:pt modelId="{65392098-6F6A-4140-8419-FC379ADFADC7}" type="sibTrans" cxnId="{7642B14C-C37E-4B98-9D22-CFBB9418E820}">
      <dgm:prSet/>
      <dgm:spPr/>
      <dgm:t>
        <a:bodyPr/>
        <a:lstStyle/>
        <a:p>
          <a:endParaRPr lang="en-US"/>
        </a:p>
      </dgm:t>
    </dgm:pt>
    <dgm:pt modelId="{F2A409B7-C0EE-4AE3-9636-F021C14264B0}">
      <dgm:prSet/>
      <dgm:spPr/>
      <dgm:t>
        <a:bodyPr/>
        <a:lstStyle/>
        <a:p>
          <a:r>
            <a:rPr lang="en-US" dirty="0"/>
            <a:t>Payment: payment_id(PK), order_id(FK-&gt;Order), payment_method(whish/cash on delivery), payment-status, transaction-date</a:t>
          </a:r>
        </a:p>
      </dgm:t>
    </dgm:pt>
    <dgm:pt modelId="{3147E05E-E162-40FF-ADAB-4C1A607154E6}" type="parTrans" cxnId="{8E22C54A-41C7-4667-A446-8F54D0F5BACB}">
      <dgm:prSet/>
      <dgm:spPr/>
      <dgm:t>
        <a:bodyPr/>
        <a:lstStyle/>
        <a:p>
          <a:endParaRPr lang="en-US"/>
        </a:p>
      </dgm:t>
    </dgm:pt>
    <dgm:pt modelId="{9A79B70D-023D-4FB2-9425-9A401C23308F}" type="sibTrans" cxnId="{8E22C54A-41C7-4667-A446-8F54D0F5BACB}">
      <dgm:prSet/>
      <dgm:spPr/>
      <dgm:t>
        <a:bodyPr/>
        <a:lstStyle/>
        <a:p>
          <a:endParaRPr lang="en-US"/>
        </a:p>
      </dgm:t>
    </dgm:pt>
    <dgm:pt modelId="{7B70C982-DDAC-4774-875D-F66E6A3600DE}">
      <dgm:prSet/>
      <dgm:spPr/>
      <dgm:t>
        <a:bodyPr/>
        <a:lstStyle/>
        <a:p>
          <a:r>
            <a:rPr lang="en-US"/>
            <a:t>Supplier: supplier_id(PK), supplier-name, contact-info, address</a:t>
          </a:r>
        </a:p>
      </dgm:t>
    </dgm:pt>
    <dgm:pt modelId="{68FBB19F-849C-4AF0-AF18-5191AA76F770}" type="parTrans" cxnId="{A6318040-E3EC-4EBC-A89B-DEB98FD2150A}">
      <dgm:prSet/>
      <dgm:spPr/>
      <dgm:t>
        <a:bodyPr/>
        <a:lstStyle/>
        <a:p>
          <a:endParaRPr lang="en-US"/>
        </a:p>
      </dgm:t>
    </dgm:pt>
    <dgm:pt modelId="{2C186460-56FC-4161-849E-6DA14C86C873}" type="sibTrans" cxnId="{A6318040-E3EC-4EBC-A89B-DEB98FD2150A}">
      <dgm:prSet/>
      <dgm:spPr/>
      <dgm:t>
        <a:bodyPr/>
        <a:lstStyle/>
        <a:p>
          <a:endParaRPr lang="en-US"/>
        </a:p>
      </dgm:t>
    </dgm:pt>
    <dgm:pt modelId="{3E0C5661-C6FA-4E52-B84E-4F91187E2D29}">
      <dgm:prSet/>
      <dgm:spPr/>
      <dgm:t>
        <a:bodyPr/>
        <a:lstStyle/>
        <a:p>
          <a:r>
            <a:rPr lang="en-US"/>
            <a:t>Discount: discount_id(pk), code, discount-percentage, start-date, end-date, status(active/inactive)</a:t>
          </a:r>
        </a:p>
      </dgm:t>
    </dgm:pt>
    <dgm:pt modelId="{676AE0A2-D8C0-4A9D-9D6D-4950BB15C710}" type="parTrans" cxnId="{7F1677B3-FE43-4464-AACD-134C85B64B68}">
      <dgm:prSet/>
      <dgm:spPr/>
      <dgm:t>
        <a:bodyPr/>
        <a:lstStyle/>
        <a:p>
          <a:endParaRPr lang="en-US"/>
        </a:p>
      </dgm:t>
    </dgm:pt>
    <dgm:pt modelId="{2263C454-0862-41FF-8AF7-0D8981791393}" type="sibTrans" cxnId="{7F1677B3-FE43-4464-AACD-134C85B64B68}">
      <dgm:prSet/>
      <dgm:spPr/>
      <dgm:t>
        <a:bodyPr/>
        <a:lstStyle/>
        <a:p>
          <a:endParaRPr lang="en-US"/>
        </a:p>
      </dgm:t>
    </dgm:pt>
    <dgm:pt modelId="{C5E79AF4-5A16-454F-AB5E-4100DFC2DFEA}">
      <dgm:prSet/>
      <dgm:spPr/>
      <dgm:t>
        <a:bodyPr/>
        <a:lstStyle/>
        <a:p>
          <a:r>
            <a:rPr lang="en-US" dirty="0"/>
            <a:t>Shipping: shipping_id(PK), order_id(FK-&gt;Order), shipping-address, tracking-number, shipping-status, delivery-name, delivery-number</a:t>
          </a:r>
        </a:p>
      </dgm:t>
    </dgm:pt>
    <dgm:pt modelId="{BD4D4148-BB54-4AD5-BA08-B6D159716719}" type="parTrans" cxnId="{E56B06D7-4405-44FD-A7E5-1E7222E74711}">
      <dgm:prSet/>
      <dgm:spPr/>
      <dgm:t>
        <a:bodyPr/>
        <a:lstStyle/>
        <a:p>
          <a:endParaRPr lang="en-US"/>
        </a:p>
      </dgm:t>
    </dgm:pt>
    <dgm:pt modelId="{D11E460C-D378-4AAE-997E-8FE98ED7F834}" type="sibTrans" cxnId="{E56B06D7-4405-44FD-A7E5-1E7222E74711}">
      <dgm:prSet/>
      <dgm:spPr/>
      <dgm:t>
        <a:bodyPr/>
        <a:lstStyle/>
        <a:p>
          <a:endParaRPr lang="en-US"/>
        </a:p>
      </dgm:t>
    </dgm:pt>
    <dgm:pt modelId="{FF296DE1-045C-4BC1-BF78-C4B023190821}">
      <dgm:prSet/>
      <dgm:spPr/>
      <dgm:t>
        <a:bodyPr/>
        <a:lstStyle/>
        <a:p>
          <a:r>
            <a:rPr lang="en-US" dirty="0"/>
            <a:t>Cart-items: cart_items_id(PK), cart_id(FK-&gt;Cart), product_id(FK-&gt;Product), quantity</a:t>
          </a:r>
        </a:p>
      </dgm:t>
    </dgm:pt>
    <dgm:pt modelId="{598DE193-1879-444F-A0D6-3D154AA5CDFA}" type="parTrans" cxnId="{33C22949-1AA9-4AD5-A22D-73A5E827DCC9}">
      <dgm:prSet/>
      <dgm:spPr/>
      <dgm:t>
        <a:bodyPr/>
        <a:lstStyle/>
        <a:p>
          <a:endParaRPr lang="en-US"/>
        </a:p>
      </dgm:t>
    </dgm:pt>
    <dgm:pt modelId="{51E6EFF7-4C73-4038-8874-FD5D3F727783}" type="sibTrans" cxnId="{33C22949-1AA9-4AD5-A22D-73A5E827DCC9}">
      <dgm:prSet/>
      <dgm:spPr/>
      <dgm:t>
        <a:bodyPr/>
        <a:lstStyle/>
        <a:p>
          <a:endParaRPr lang="en-US"/>
        </a:p>
      </dgm:t>
    </dgm:pt>
    <dgm:pt modelId="{F477AEFF-4144-4C3C-934D-183D68342A46}">
      <dgm:prSet/>
      <dgm:spPr/>
      <dgm:t>
        <a:bodyPr/>
        <a:lstStyle/>
        <a:p>
          <a:r>
            <a:rPr lang="en-US"/>
            <a:t>SupplyItems: supply_items_id(pk), supplier_id(fk-&gt;Supplier), product_id(fk-&gt;Product), quantity, price</a:t>
          </a:r>
        </a:p>
      </dgm:t>
    </dgm:pt>
    <dgm:pt modelId="{FA1E2184-7B7C-4C37-89FA-18D39596EBCF}" type="parTrans" cxnId="{36BAF391-99F5-42DD-8F8C-2811D6EABDD7}">
      <dgm:prSet/>
      <dgm:spPr/>
      <dgm:t>
        <a:bodyPr/>
        <a:lstStyle/>
        <a:p>
          <a:endParaRPr lang="en-US"/>
        </a:p>
      </dgm:t>
    </dgm:pt>
    <dgm:pt modelId="{8BF52BD7-DFA3-4A4A-A929-1758B5F403E9}" type="sibTrans" cxnId="{36BAF391-99F5-42DD-8F8C-2811D6EABDD7}">
      <dgm:prSet/>
      <dgm:spPr/>
      <dgm:t>
        <a:bodyPr/>
        <a:lstStyle/>
        <a:p>
          <a:endParaRPr lang="en-US"/>
        </a:p>
      </dgm:t>
    </dgm:pt>
    <dgm:pt modelId="{13C9E175-3D1E-4AA0-92B9-FA9F92E75926}">
      <dgm:prSet/>
      <dgm:spPr/>
      <dgm:t>
        <a:bodyPr/>
        <a:lstStyle/>
        <a:p>
          <a:r>
            <a:rPr lang="en-US" dirty="0">
              <a:highlight>
                <a:srgbClr val="FFFF00"/>
              </a:highlight>
            </a:rPr>
            <a:t>NOTE: when creating the db tables M:N relations become also tables so that the tables here increased into 14</a:t>
          </a:r>
        </a:p>
      </dgm:t>
    </dgm:pt>
    <dgm:pt modelId="{C86D49BA-F90B-45E0-8079-7818093E89F6}" type="parTrans" cxnId="{6AB5E454-E018-475B-A55A-A23AFC7A74DC}">
      <dgm:prSet/>
      <dgm:spPr/>
      <dgm:t>
        <a:bodyPr/>
        <a:lstStyle/>
        <a:p>
          <a:endParaRPr lang="en-US"/>
        </a:p>
      </dgm:t>
    </dgm:pt>
    <dgm:pt modelId="{2773C36A-59CF-4B91-8416-B750E6A48539}" type="sibTrans" cxnId="{6AB5E454-E018-475B-A55A-A23AFC7A74DC}">
      <dgm:prSet/>
      <dgm:spPr/>
      <dgm:t>
        <a:bodyPr/>
        <a:lstStyle/>
        <a:p>
          <a:endParaRPr lang="en-US"/>
        </a:p>
      </dgm:t>
    </dgm:pt>
    <dgm:pt modelId="{7CDD49B7-3609-4B94-92CC-3833E2891BA4}" type="pres">
      <dgm:prSet presAssocID="{C36B0DBC-0620-48BF-AA34-D2E3F3AC9121}" presName="vert0" presStyleCnt="0">
        <dgm:presLayoutVars>
          <dgm:dir/>
          <dgm:animOne val="branch"/>
          <dgm:animLvl val="lvl"/>
        </dgm:presLayoutVars>
      </dgm:prSet>
      <dgm:spPr/>
    </dgm:pt>
    <dgm:pt modelId="{4E7043F3-13E5-4B9D-9CF2-D0B8DB54DA34}" type="pres">
      <dgm:prSet presAssocID="{79850219-B761-4C70-BB44-8B81AB0026BD}" presName="thickLine" presStyleLbl="alignNode1" presStyleIdx="0" presStyleCnt="15"/>
      <dgm:spPr/>
    </dgm:pt>
    <dgm:pt modelId="{E5DF421E-B669-4F27-BFED-D19FB6CE972C}" type="pres">
      <dgm:prSet presAssocID="{79850219-B761-4C70-BB44-8B81AB0026BD}" presName="horz1" presStyleCnt="0"/>
      <dgm:spPr/>
    </dgm:pt>
    <dgm:pt modelId="{110F41E0-51F8-413D-A89B-49871BB9A9C2}" type="pres">
      <dgm:prSet presAssocID="{79850219-B761-4C70-BB44-8B81AB0026BD}" presName="tx1" presStyleLbl="revTx" presStyleIdx="0" presStyleCnt="15"/>
      <dgm:spPr/>
    </dgm:pt>
    <dgm:pt modelId="{EC293E51-2A59-4985-AEAB-4FB5D793FDA4}" type="pres">
      <dgm:prSet presAssocID="{79850219-B761-4C70-BB44-8B81AB0026BD}" presName="vert1" presStyleCnt="0"/>
      <dgm:spPr/>
    </dgm:pt>
    <dgm:pt modelId="{60D1A334-29EC-4B6E-B327-15597117DD2C}" type="pres">
      <dgm:prSet presAssocID="{41C9AAAE-D961-4F5B-B3A3-BD6F988AC6C0}" presName="thickLine" presStyleLbl="alignNode1" presStyleIdx="1" presStyleCnt="15"/>
      <dgm:spPr/>
    </dgm:pt>
    <dgm:pt modelId="{E9B2B2AE-C6CE-43EF-BB1C-A1600C20B106}" type="pres">
      <dgm:prSet presAssocID="{41C9AAAE-D961-4F5B-B3A3-BD6F988AC6C0}" presName="horz1" presStyleCnt="0"/>
      <dgm:spPr/>
    </dgm:pt>
    <dgm:pt modelId="{1DA9EBE8-3BE1-464C-AD6C-1BC1DECE6553}" type="pres">
      <dgm:prSet presAssocID="{41C9AAAE-D961-4F5B-B3A3-BD6F988AC6C0}" presName="tx1" presStyleLbl="revTx" presStyleIdx="1" presStyleCnt="15"/>
      <dgm:spPr/>
    </dgm:pt>
    <dgm:pt modelId="{05173F4F-844D-494A-A903-FFFA0A754B92}" type="pres">
      <dgm:prSet presAssocID="{41C9AAAE-D961-4F5B-B3A3-BD6F988AC6C0}" presName="vert1" presStyleCnt="0"/>
      <dgm:spPr/>
    </dgm:pt>
    <dgm:pt modelId="{04421B6E-E96C-45EA-95CE-C53416BF5AD2}" type="pres">
      <dgm:prSet presAssocID="{03513C0D-96F9-40E4-BEF6-51E4B769F341}" presName="thickLine" presStyleLbl="alignNode1" presStyleIdx="2" presStyleCnt="15"/>
      <dgm:spPr/>
    </dgm:pt>
    <dgm:pt modelId="{F4DECE43-7BE6-4BDB-B0B2-0CEA7C263B51}" type="pres">
      <dgm:prSet presAssocID="{03513C0D-96F9-40E4-BEF6-51E4B769F341}" presName="horz1" presStyleCnt="0"/>
      <dgm:spPr/>
    </dgm:pt>
    <dgm:pt modelId="{F443DBC6-F1BC-44DA-80D2-8BA0AD0AD8C9}" type="pres">
      <dgm:prSet presAssocID="{03513C0D-96F9-40E4-BEF6-51E4B769F341}" presName="tx1" presStyleLbl="revTx" presStyleIdx="2" presStyleCnt="15"/>
      <dgm:spPr/>
    </dgm:pt>
    <dgm:pt modelId="{779DAC4E-FD56-4CA0-A7B8-9DE530A2FEB9}" type="pres">
      <dgm:prSet presAssocID="{03513C0D-96F9-40E4-BEF6-51E4B769F341}" presName="vert1" presStyleCnt="0"/>
      <dgm:spPr/>
    </dgm:pt>
    <dgm:pt modelId="{0B1C2866-70B1-443D-95F2-4AC0947DD386}" type="pres">
      <dgm:prSet presAssocID="{4E417306-A80B-40DA-ABBA-510F02F0F50F}" presName="thickLine" presStyleLbl="alignNode1" presStyleIdx="3" presStyleCnt="15"/>
      <dgm:spPr/>
    </dgm:pt>
    <dgm:pt modelId="{0BB11868-4F74-43B9-9D45-A386BA70166F}" type="pres">
      <dgm:prSet presAssocID="{4E417306-A80B-40DA-ABBA-510F02F0F50F}" presName="horz1" presStyleCnt="0"/>
      <dgm:spPr/>
    </dgm:pt>
    <dgm:pt modelId="{AA66D787-F9BF-464F-8045-D9D66345876F}" type="pres">
      <dgm:prSet presAssocID="{4E417306-A80B-40DA-ABBA-510F02F0F50F}" presName="tx1" presStyleLbl="revTx" presStyleIdx="3" presStyleCnt="15"/>
      <dgm:spPr/>
    </dgm:pt>
    <dgm:pt modelId="{6F0E622A-053A-4674-886C-62C56884CF55}" type="pres">
      <dgm:prSet presAssocID="{4E417306-A80B-40DA-ABBA-510F02F0F50F}" presName="vert1" presStyleCnt="0"/>
      <dgm:spPr/>
    </dgm:pt>
    <dgm:pt modelId="{C175A459-4B9C-425E-9B12-F120359127B3}" type="pres">
      <dgm:prSet presAssocID="{3D061F01-8CAB-4AE3-A388-DC1C81CCB04C}" presName="thickLine" presStyleLbl="alignNode1" presStyleIdx="4" presStyleCnt="15"/>
      <dgm:spPr/>
    </dgm:pt>
    <dgm:pt modelId="{9DFEF6F9-1CA2-401E-BD07-642BECF87A36}" type="pres">
      <dgm:prSet presAssocID="{3D061F01-8CAB-4AE3-A388-DC1C81CCB04C}" presName="horz1" presStyleCnt="0"/>
      <dgm:spPr/>
    </dgm:pt>
    <dgm:pt modelId="{4EA740F0-16B7-44EB-87AA-558E5AB74E65}" type="pres">
      <dgm:prSet presAssocID="{3D061F01-8CAB-4AE3-A388-DC1C81CCB04C}" presName="tx1" presStyleLbl="revTx" presStyleIdx="4" presStyleCnt="15"/>
      <dgm:spPr/>
    </dgm:pt>
    <dgm:pt modelId="{F535A86F-D812-40D0-B2EC-87B2055CBE92}" type="pres">
      <dgm:prSet presAssocID="{3D061F01-8CAB-4AE3-A388-DC1C81CCB04C}" presName="vert1" presStyleCnt="0"/>
      <dgm:spPr/>
    </dgm:pt>
    <dgm:pt modelId="{C162A2CB-4D13-4BCA-8B6A-83CF6ADDA63F}" type="pres">
      <dgm:prSet presAssocID="{C6411523-06BE-4DCA-BC12-BB5BC5424322}" presName="thickLine" presStyleLbl="alignNode1" presStyleIdx="5" presStyleCnt="15"/>
      <dgm:spPr/>
    </dgm:pt>
    <dgm:pt modelId="{57CB9007-7FDE-4223-9D72-3254FDC3D887}" type="pres">
      <dgm:prSet presAssocID="{C6411523-06BE-4DCA-BC12-BB5BC5424322}" presName="horz1" presStyleCnt="0"/>
      <dgm:spPr/>
    </dgm:pt>
    <dgm:pt modelId="{F082EA09-D52C-46C4-8D00-7E2D3D83D481}" type="pres">
      <dgm:prSet presAssocID="{C6411523-06BE-4DCA-BC12-BB5BC5424322}" presName="tx1" presStyleLbl="revTx" presStyleIdx="5" presStyleCnt="15"/>
      <dgm:spPr/>
    </dgm:pt>
    <dgm:pt modelId="{023BCF40-53C5-451C-A9FD-F8F1CE608E9C}" type="pres">
      <dgm:prSet presAssocID="{C6411523-06BE-4DCA-BC12-BB5BC5424322}" presName="vert1" presStyleCnt="0"/>
      <dgm:spPr/>
    </dgm:pt>
    <dgm:pt modelId="{E53A2B92-8D49-4E0F-986A-C09DD03650C7}" type="pres">
      <dgm:prSet presAssocID="{0AE7CAA1-91A0-4143-9F4A-6B13A2D4684D}" presName="thickLine" presStyleLbl="alignNode1" presStyleIdx="6" presStyleCnt="15"/>
      <dgm:spPr/>
    </dgm:pt>
    <dgm:pt modelId="{E49AD82C-B3A3-47F5-BB0A-2C5D06D990BA}" type="pres">
      <dgm:prSet presAssocID="{0AE7CAA1-91A0-4143-9F4A-6B13A2D4684D}" presName="horz1" presStyleCnt="0"/>
      <dgm:spPr/>
    </dgm:pt>
    <dgm:pt modelId="{FCB8464F-FCAC-498F-9240-0EFA29747878}" type="pres">
      <dgm:prSet presAssocID="{0AE7CAA1-91A0-4143-9F4A-6B13A2D4684D}" presName="tx1" presStyleLbl="revTx" presStyleIdx="6" presStyleCnt="15"/>
      <dgm:spPr/>
    </dgm:pt>
    <dgm:pt modelId="{2F40A79B-92CB-4BC6-8438-2FE2FF0A6797}" type="pres">
      <dgm:prSet presAssocID="{0AE7CAA1-91A0-4143-9F4A-6B13A2D4684D}" presName="vert1" presStyleCnt="0"/>
      <dgm:spPr/>
    </dgm:pt>
    <dgm:pt modelId="{5A4ED032-D90E-4DA7-9CFF-EC7B4DCA9997}" type="pres">
      <dgm:prSet presAssocID="{A26C8C56-A769-4D49-94A4-B01BC41657EF}" presName="thickLine" presStyleLbl="alignNode1" presStyleIdx="7" presStyleCnt="15"/>
      <dgm:spPr/>
    </dgm:pt>
    <dgm:pt modelId="{64DBACA0-AFCC-4C68-8E1B-686DAED4F82E}" type="pres">
      <dgm:prSet presAssocID="{A26C8C56-A769-4D49-94A4-B01BC41657EF}" presName="horz1" presStyleCnt="0"/>
      <dgm:spPr/>
    </dgm:pt>
    <dgm:pt modelId="{39CDB616-0068-4D44-A4E0-5AFA4E2930A6}" type="pres">
      <dgm:prSet presAssocID="{A26C8C56-A769-4D49-94A4-B01BC41657EF}" presName="tx1" presStyleLbl="revTx" presStyleIdx="7" presStyleCnt="15"/>
      <dgm:spPr/>
    </dgm:pt>
    <dgm:pt modelId="{CABDA89D-CBFF-4965-94E3-17B92CBC17D6}" type="pres">
      <dgm:prSet presAssocID="{A26C8C56-A769-4D49-94A4-B01BC41657EF}" presName="vert1" presStyleCnt="0"/>
      <dgm:spPr/>
    </dgm:pt>
    <dgm:pt modelId="{FF3D1A8C-7EF4-477B-AFEC-EE3BD04478B5}" type="pres">
      <dgm:prSet presAssocID="{F2A409B7-C0EE-4AE3-9636-F021C14264B0}" presName="thickLine" presStyleLbl="alignNode1" presStyleIdx="8" presStyleCnt="15"/>
      <dgm:spPr/>
    </dgm:pt>
    <dgm:pt modelId="{A093CF20-F1C9-4CC6-8A55-4FB160FE57DB}" type="pres">
      <dgm:prSet presAssocID="{F2A409B7-C0EE-4AE3-9636-F021C14264B0}" presName="horz1" presStyleCnt="0"/>
      <dgm:spPr/>
    </dgm:pt>
    <dgm:pt modelId="{9B06DEC4-5491-49E5-84BC-AC5AB6D061C7}" type="pres">
      <dgm:prSet presAssocID="{F2A409B7-C0EE-4AE3-9636-F021C14264B0}" presName="tx1" presStyleLbl="revTx" presStyleIdx="8" presStyleCnt="15"/>
      <dgm:spPr/>
    </dgm:pt>
    <dgm:pt modelId="{EDD2F339-E73F-4348-B23C-2803A871F2F1}" type="pres">
      <dgm:prSet presAssocID="{F2A409B7-C0EE-4AE3-9636-F021C14264B0}" presName="vert1" presStyleCnt="0"/>
      <dgm:spPr/>
    </dgm:pt>
    <dgm:pt modelId="{2DFBE4DF-41FC-4DBF-82F5-2F74277CA4B7}" type="pres">
      <dgm:prSet presAssocID="{7B70C982-DDAC-4774-875D-F66E6A3600DE}" presName="thickLine" presStyleLbl="alignNode1" presStyleIdx="9" presStyleCnt="15"/>
      <dgm:spPr/>
    </dgm:pt>
    <dgm:pt modelId="{555F8295-D9F3-4E3D-89E0-34D67AF2777E}" type="pres">
      <dgm:prSet presAssocID="{7B70C982-DDAC-4774-875D-F66E6A3600DE}" presName="horz1" presStyleCnt="0"/>
      <dgm:spPr/>
    </dgm:pt>
    <dgm:pt modelId="{B0C9E058-3F27-42B8-B30D-D4C72FF19AF0}" type="pres">
      <dgm:prSet presAssocID="{7B70C982-DDAC-4774-875D-F66E6A3600DE}" presName="tx1" presStyleLbl="revTx" presStyleIdx="9" presStyleCnt="15"/>
      <dgm:spPr/>
    </dgm:pt>
    <dgm:pt modelId="{6A7657D3-D02C-403D-8DF0-5BD795886376}" type="pres">
      <dgm:prSet presAssocID="{7B70C982-DDAC-4774-875D-F66E6A3600DE}" presName="vert1" presStyleCnt="0"/>
      <dgm:spPr/>
    </dgm:pt>
    <dgm:pt modelId="{2A4A3024-F6DB-43BC-A4E5-01BED104E862}" type="pres">
      <dgm:prSet presAssocID="{3E0C5661-C6FA-4E52-B84E-4F91187E2D29}" presName="thickLine" presStyleLbl="alignNode1" presStyleIdx="10" presStyleCnt="15"/>
      <dgm:spPr/>
    </dgm:pt>
    <dgm:pt modelId="{8B0D145B-E94F-4D47-B81F-5F1D19FFC48F}" type="pres">
      <dgm:prSet presAssocID="{3E0C5661-C6FA-4E52-B84E-4F91187E2D29}" presName="horz1" presStyleCnt="0"/>
      <dgm:spPr/>
    </dgm:pt>
    <dgm:pt modelId="{2B7D6ACD-E748-40DF-9EB7-B0F71C59537B}" type="pres">
      <dgm:prSet presAssocID="{3E0C5661-C6FA-4E52-B84E-4F91187E2D29}" presName="tx1" presStyleLbl="revTx" presStyleIdx="10" presStyleCnt="15"/>
      <dgm:spPr/>
    </dgm:pt>
    <dgm:pt modelId="{54543113-7202-4EDD-A06A-3FBC22000EBD}" type="pres">
      <dgm:prSet presAssocID="{3E0C5661-C6FA-4E52-B84E-4F91187E2D29}" presName="vert1" presStyleCnt="0"/>
      <dgm:spPr/>
    </dgm:pt>
    <dgm:pt modelId="{39CB20E2-F98F-4A35-91A2-D3C31CC48582}" type="pres">
      <dgm:prSet presAssocID="{C5E79AF4-5A16-454F-AB5E-4100DFC2DFEA}" presName="thickLine" presStyleLbl="alignNode1" presStyleIdx="11" presStyleCnt="15"/>
      <dgm:spPr/>
    </dgm:pt>
    <dgm:pt modelId="{1FC3F4F0-5D84-4EE2-8BB1-A78CFA5BAA5A}" type="pres">
      <dgm:prSet presAssocID="{C5E79AF4-5A16-454F-AB5E-4100DFC2DFEA}" presName="horz1" presStyleCnt="0"/>
      <dgm:spPr/>
    </dgm:pt>
    <dgm:pt modelId="{B7D90481-C9BB-469D-8972-F20B52ED5A6D}" type="pres">
      <dgm:prSet presAssocID="{C5E79AF4-5A16-454F-AB5E-4100DFC2DFEA}" presName="tx1" presStyleLbl="revTx" presStyleIdx="11" presStyleCnt="15"/>
      <dgm:spPr/>
    </dgm:pt>
    <dgm:pt modelId="{B2DA9781-5000-430F-9AC9-043C9FC8E933}" type="pres">
      <dgm:prSet presAssocID="{C5E79AF4-5A16-454F-AB5E-4100DFC2DFEA}" presName="vert1" presStyleCnt="0"/>
      <dgm:spPr/>
    </dgm:pt>
    <dgm:pt modelId="{208C272C-3A7B-4286-9FA7-AF40E34C9B34}" type="pres">
      <dgm:prSet presAssocID="{FF296DE1-045C-4BC1-BF78-C4B023190821}" presName="thickLine" presStyleLbl="alignNode1" presStyleIdx="12" presStyleCnt="15"/>
      <dgm:spPr/>
    </dgm:pt>
    <dgm:pt modelId="{289030BB-0840-416B-AD00-714295FC48D6}" type="pres">
      <dgm:prSet presAssocID="{FF296DE1-045C-4BC1-BF78-C4B023190821}" presName="horz1" presStyleCnt="0"/>
      <dgm:spPr/>
    </dgm:pt>
    <dgm:pt modelId="{10AE1878-6BA1-4EF0-A577-D6EEE5F50388}" type="pres">
      <dgm:prSet presAssocID="{FF296DE1-045C-4BC1-BF78-C4B023190821}" presName="tx1" presStyleLbl="revTx" presStyleIdx="12" presStyleCnt="15"/>
      <dgm:spPr/>
    </dgm:pt>
    <dgm:pt modelId="{621010AF-3B65-4146-82BE-5818186EDB39}" type="pres">
      <dgm:prSet presAssocID="{FF296DE1-045C-4BC1-BF78-C4B023190821}" presName="vert1" presStyleCnt="0"/>
      <dgm:spPr/>
    </dgm:pt>
    <dgm:pt modelId="{3A7B21CC-E1D4-4118-AE0B-1E8DF642B32C}" type="pres">
      <dgm:prSet presAssocID="{F477AEFF-4144-4C3C-934D-183D68342A46}" presName="thickLine" presStyleLbl="alignNode1" presStyleIdx="13" presStyleCnt="15"/>
      <dgm:spPr/>
    </dgm:pt>
    <dgm:pt modelId="{9F8B4CD8-5583-4D47-ACA9-DC8482FC830C}" type="pres">
      <dgm:prSet presAssocID="{F477AEFF-4144-4C3C-934D-183D68342A46}" presName="horz1" presStyleCnt="0"/>
      <dgm:spPr/>
    </dgm:pt>
    <dgm:pt modelId="{CD287480-A215-4242-9D97-0C22C44E4FF5}" type="pres">
      <dgm:prSet presAssocID="{F477AEFF-4144-4C3C-934D-183D68342A46}" presName="tx1" presStyleLbl="revTx" presStyleIdx="13" presStyleCnt="15"/>
      <dgm:spPr/>
    </dgm:pt>
    <dgm:pt modelId="{466A389C-383C-438D-B2F9-DB8C1FD7940E}" type="pres">
      <dgm:prSet presAssocID="{F477AEFF-4144-4C3C-934D-183D68342A46}" presName="vert1" presStyleCnt="0"/>
      <dgm:spPr/>
    </dgm:pt>
    <dgm:pt modelId="{7C3EDF56-A9B2-4AE9-A4A6-BE534712CBF9}" type="pres">
      <dgm:prSet presAssocID="{13C9E175-3D1E-4AA0-92B9-FA9F92E75926}" presName="thickLine" presStyleLbl="alignNode1" presStyleIdx="14" presStyleCnt="15"/>
      <dgm:spPr/>
    </dgm:pt>
    <dgm:pt modelId="{0CA972CE-B6E0-41B7-B082-7DABE3582CE7}" type="pres">
      <dgm:prSet presAssocID="{13C9E175-3D1E-4AA0-92B9-FA9F92E75926}" presName="horz1" presStyleCnt="0"/>
      <dgm:spPr/>
    </dgm:pt>
    <dgm:pt modelId="{C4F6FA17-9355-4A9A-AA29-93594AD6C1D4}" type="pres">
      <dgm:prSet presAssocID="{13C9E175-3D1E-4AA0-92B9-FA9F92E75926}" presName="tx1" presStyleLbl="revTx" presStyleIdx="14" presStyleCnt="15"/>
      <dgm:spPr/>
    </dgm:pt>
    <dgm:pt modelId="{322CA09A-DDD9-43E6-9B62-38C4C14C7E35}" type="pres">
      <dgm:prSet presAssocID="{13C9E175-3D1E-4AA0-92B9-FA9F92E75926}" presName="vert1" presStyleCnt="0"/>
      <dgm:spPr/>
    </dgm:pt>
  </dgm:ptLst>
  <dgm:cxnLst>
    <dgm:cxn modelId="{B2A43B0B-5256-4B81-BED5-123C92BC3D41}" type="presOf" srcId="{13C9E175-3D1E-4AA0-92B9-FA9F92E75926}" destId="{C4F6FA17-9355-4A9A-AA29-93594AD6C1D4}" srcOrd="0" destOrd="0" presId="urn:microsoft.com/office/officeart/2008/layout/LinedList"/>
    <dgm:cxn modelId="{4EA0CC0C-A345-4E5E-B4C4-AE7FE45A39B3}" type="presOf" srcId="{C5E79AF4-5A16-454F-AB5E-4100DFC2DFEA}" destId="{B7D90481-C9BB-469D-8972-F20B52ED5A6D}" srcOrd="0" destOrd="0" presId="urn:microsoft.com/office/officeart/2008/layout/LinedList"/>
    <dgm:cxn modelId="{C75A7E1B-EE83-4C24-B3AC-CAC815412248}" type="presOf" srcId="{F2A409B7-C0EE-4AE3-9636-F021C14264B0}" destId="{9B06DEC4-5491-49E5-84BC-AC5AB6D061C7}" srcOrd="0" destOrd="0" presId="urn:microsoft.com/office/officeart/2008/layout/LinedList"/>
    <dgm:cxn modelId="{7487B11E-7BA9-466F-B6C3-27705CE46758}" type="presOf" srcId="{A26C8C56-A769-4D49-94A4-B01BC41657EF}" destId="{39CDB616-0068-4D44-A4E0-5AFA4E2930A6}" srcOrd="0" destOrd="0" presId="urn:microsoft.com/office/officeart/2008/layout/LinedList"/>
    <dgm:cxn modelId="{BD29B125-4A39-4B87-A2B3-92064EFB5473}" srcId="{C36B0DBC-0620-48BF-AA34-D2E3F3AC9121}" destId="{41C9AAAE-D961-4F5B-B3A3-BD6F988AC6C0}" srcOrd="1" destOrd="0" parTransId="{0A50ECAD-4E10-4607-859D-574B0C3AC8D0}" sibTransId="{2F0E84D4-C8E6-4DC5-B1B5-D97351A8EDB9}"/>
    <dgm:cxn modelId="{4253D936-C4D7-46F2-B84E-315982863EB9}" type="presOf" srcId="{3E0C5661-C6FA-4E52-B84E-4F91187E2D29}" destId="{2B7D6ACD-E748-40DF-9EB7-B0F71C59537B}" srcOrd="0" destOrd="0" presId="urn:microsoft.com/office/officeart/2008/layout/LinedList"/>
    <dgm:cxn modelId="{A6318040-E3EC-4EBC-A89B-DEB98FD2150A}" srcId="{C36B0DBC-0620-48BF-AA34-D2E3F3AC9121}" destId="{7B70C982-DDAC-4774-875D-F66E6A3600DE}" srcOrd="9" destOrd="0" parTransId="{68FBB19F-849C-4AF0-AF18-5191AA76F770}" sibTransId="{2C186460-56FC-4161-849E-6DA14C86C873}"/>
    <dgm:cxn modelId="{AFA4FA42-4EB9-4737-8EED-A5113402ADCD}" type="presOf" srcId="{4E417306-A80B-40DA-ABBA-510F02F0F50F}" destId="{AA66D787-F9BF-464F-8045-D9D66345876F}" srcOrd="0" destOrd="0" presId="urn:microsoft.com/office/officeart/2008/layout/LinedList"/>
    <dgm:cxn modelId="{F381B165-25E2-4DC9-86BF-FF94233A800D}" type="presOf" srcId="{03513C0D-96F9-40E4-BEF6-51E4B769F341}" destId="{F443DBC6-F1BC-44DA-80D2-8BA0AD0AD8C9}" srcOrd="0" destOrd="0" presId="urn:microsoft.com/office/officeart/2008/layout/LinedList"/>
    <dgm:cxn modelId="{C323C947-A767-41A5-924A-9BAB98C92987}" srcId="{C36B0DBC-0620-48BF-AA34-D2E3F3AC9121}" destId="{79850219-B761-4C70-BB44-8B81AB0026BD}" srcOrd="0" destOrd="0" parTransId="{D764579B-70B6-4279-96CD-243974F363E1}" sibTransId="{FA666F9B-44A2-4EE7-BBC9-67D38CFEC6CC}"/>
    <dgm:cxn modelId="{33C22949-1AA9-4AD5-A22D-73A5E827DCC9}" srcId="{C36B0DBC-0620-48BF-AA34-D2E3F3AC9121}" destId="{FF296DE1-045C-4BC1-BF78-C4B023190821}" srcOrd="12" destOrd="0" parTransId="{598DE193-1879-444F-A0D6-3D154AA5CDFA}" sibTransId="{51E6EFF7-4C73-4038-8874-FD5D3F727783}"/>
    <dgm:cxn modelId="{8E22C54A-41C7-4667-A446-8F54D0F5BACB}" srcId="{C36B0DBC-0620-48BF-AA34-D2E3F3AC9121}" destId="{F2A409B7-C0EE-4AE3-9636-F021C14264B0}" srcOrd="8" destOrd="0" parTransId="{3147E05E-E162-40FF-ADAB-4C1A607154E6}" sibTransId="{9A79B70D-023D-4FB2-9425-9A401C23308F}"/>
    <dgm:cxn modelId="{7642B14C-C37E-4B98-9D22-CFBB9418E820}" srcId="{C36B0DBC-0620-48BF-AA34-D2E3F3AC9121}" destId="{A26C8C56-A769-4D49-94A4-B01BC41657EF}" srcOrd="7" destOrd="0" parTransId="{5597D30A-17F0-4819-A725-31643F0A1517}" sibTransId="{65392098-6F6A-4140-8419-FC379ADFADC7}"/>
    <dgm:cxn modelId="{6AB5E454-E018-475B-A55A-A23AFC7A74DC}" srcId="{C36B0DBC-0620-48BF-AA34-D2E3F3AC9121}" destId="{13C9E175-3D1E-4AA0-92B9-FA9F92E75926}" srcOrd="14" destOrd="0" parTransId="{C86D49BA-F90B-45E0-8079-7818093E89F6}" sibTransId="{2773C36A-59CF-4B91-8416-B750E6A48539}"/>
    <dgm:cxn modelId="{72039E82-05A4-4D0F-972B-2CFFF95A225F}" srcId="{C36B0DBC-0620-48BF-AA34-D2E3F3AC9121}" destId="{4E417306-A80B-40DA-ABBA-510F02F0F50F}" srcOrd="3" destOrd="0" parTransId="{ADA942BA-8D58-4C5A-A27A-F81BEA808B1B}" sibTransId="{E46B901E-D66E-456D-B2CC-E1FAC6F314AB}"/>
    <dgm:cxn modelId="{F59D7E91-377A-44FD-8865-A893DF0A85A1}" srcId="{C36B0DBC-0620-48BF-AA34-D2E3F3AC9121}" destId="{0AE7CAA1-91A0-4143-9F4A-6B13A2D4684D}" srcOrd="6" destOrd="0" parTransId="{1A959743-D7F9-4C1D-8716-6D4035603776}" sibTransId="{0C5214F7-2129-40F5-AC7B-70D5803021A0}"/>
    <dgm:cxn modelId="{36BAF391-99F5-42DD-8F8C-2811D6EABDD7}" srcId="{C36B0DBC-0620-48BF-AA34-D2E3F3AC9121}" destId="{F477AEFF-4144-4C3C-934D-183D68342A46}" srcOrd="13" destOrd="0" parTransId="{FA1E2184-7B7C-4C37-89FA-18D39596EBCF}" sibTransId="{8BF52BD7-DFA3-4A4A-A929-1758B5F403E9}"/>
    <dgm:cxn modelId="{C96444AE-DE8C-4D87-BB55-D2B81F0ABE97}" type="presOf" srcId="{FF296DE1-045C-4BC1-BF78-C4B023190821}" destId="{10AE1878-6BA1-4EF0-A577-D6EEE5F50388}" srcOrd="0" destOrd="0" presId="urn:microsoft.com/office/officeart/2008/layout/LinedList"/>
    <dgm:cxn modelId="{7F1677B3-FE43-4464-AACD-134C85B64B68}" srcId="{C36B0DBC-0620-48BF-AA34-D2E3F3AC9121}" destId="{3E0C5661-C6FA-4E52-B84E-4F91187E2D29}" srcOrd="10" destOrd="0" parTransId="{676AE0A2-D8C0-4A9D-9D6D-4950BB15C710}" sibTransId="{2263C454-0862-41FF-8AF7-0D8981791393}"/>
    <dgm:cxn modelId="{3B4ECAB9-A9EA-4C7B-B533-E83A404A68AD}" srcId="{C36B0DBC-0620-48BF-AA34-D2E3F3AC9121}" destId="{03513C0D-96F9-40E4-BEF6-51E4B769F341}" srcOrd="2" destOrd="0" parTransId="{34123176-48CE-48CD-A31D-AD3BD6E5F5F7}" sibTransId="{07F19E20-A885-4354-92AD-45B89080B4C4}"/>
    <dgm:cxn modelId="{BF3D6EBF-C4F3-448E-B1D3-040D3811A5D2}" srcId="{C36B0DBC-0620-48BF-AA34-D2E3F3AC9121}" destId="{3D061F01-8CAB-4AE3-A388-DC1C81CCB04C}" srcOrd="4" destOrd="0" parTransId="{9E4F4899-4DF5-49B0-ACE6-84F2D8AA7BD4}" sibTransId="{2EC4B750-4030-4070-804C-C145415DBDB3}"/>
    <dgm:cxn modelId="{761B5CC3-78D7-4F58-8CC2-6FF592ABF682}" type="presOf" srcId="{41C9AAAE-D961-4F5B-B3A3-BD6F988AC6C0}" destId="{1DA9EBE8-3BE1-464C-AD6C-1BC1DECE6553}" srcOrd="0" destOrd="0" presId="urn:microsoft.com/office/officeart/2008/layout/LinedList"/>
    <dgm:cxn modelId="{6BCDBEC4-0914-4FC8-844D-14EA91A755A8}" type="presOf" srcId="{F477AEFF-4144-4C3C-934D-183D68342A46}" destId="{CD287480-A215-4242-9D97-0C22C44E4FF5}" srcOrd="0" destOrd="0" presId="urn:microsoft.com/office/officeart/2008/layout/LinedList"/>
    <dgm:cxn modelId="{781EB9C6-3E00-4BFD-9A8B-819C43D96DCD}" type="presOf" srcId="{79850219-B761-4C70-BB44-8B81AB0026BD}" destId="{110F41E0-51F8-413D-A89B-49871BB9A9C2}" srcOrd="0" destOrd="0" presId="urn:microsoft.com/office/officeart/2008/layout/LinedList"/>
    <dgm:cxn modelId="{D3CB1FC7-700E-40F6-AF59-4268CC88CC0A}" type="presOf" srcId="{C36B0DBC-0620-48BF-AA34-D2E3F3AC9121}" destId="{7CDD49B7-3609-4B94-92CC-3833E2891BA4}" srcOrd="0" destOrd="0" presId="urn:microsoft.com/office/officeart/2008/layout/LinedList"/>
    <dgm:cxn modelId="{3E0A54C8-DDD2-434B-87B6-CBA2A0E9CA11}" type="presOf" srcId="{7B70C982-DDAC-4774-875D-F66E6A3600DE}" destId="{B0C9E058-3F27-42B8-B30D-D4C72FF19AF0}" srcOrd="0" destOrd="0" presId="urn:microsoft.com/office/officeart/2008/layout/LinedList"/>
    <dgm:cxn modelId="{39FE7AC9-5A9C-4C1F-90C7-781862AEFF05}" type="presOf" srcId="{3D061F01-8CAB-4AE3-A388-DC1C81CCB04C}" destId="{4EA740F0-16B7-44EB-87AA-558E5AB74E65}" srcOrd="0" destOrd="0" presId="urn:microsoft.com/office/officeart/2008/layout/LinedList"/>
    <dgm:cxn modelId="{E56B06D7-4405-44FD-A7E5-1E7222E74711}" srcId="{C36B0DBC-0620-48BF-AA34-D2E3F3AC9121}" destId="{C5E79AF4-5A16-454F-AB5E-4100DFC2DFEA}" srcOrd="11" destOrd="0" parTransId="{BD4D4148-BB54-4AD5-BA08-B6D159716719}" sibTransId="{D11E460C-D378-4AAE-997E-8FE98ED7F834}"/>
    <dgm:cxn modelId="{416D07E4-5B9C-40C8-BDB0-74931E0CCF30}" type="presOf" srcId="{C6411523-06BE-4DCA-BC12-BB5BC5424322}" destId="{F082EA09-D52C-46C4-8D00-7E2D3D83D481}" srcOrd="0" destOrd="0" presId="urn:microsoft.com/office/officeart/2008/layout/LinedList"/>
    <dgm:cxn modelId="{081563F4-9EA6-4F7F-B01A-09E285D2E857}" srcId="{C36B0DBC-0620-48BF-AA34-D2E3F3AC9121}" destId="{C6411523-06BE-4DCA-BC12-BB5BC5424322}" srcOrd="5" destOrd="0" parTransId="{FF17369B-A85E-48E8-B92B-CD3B577B046E}" sibTransId="{E01164C3-C28F-4109-AA59-E9CB1ED661A6}"/>
    <dgm:cxn modelId="{BA27B9FD-7F0A-4B8E-AC0C-8527700FB2B6}" type="presOf" srcId="{0AE7CAA1-91A0-4143-9F4A-6B13A2D4684D}" destId="{FCB8464F-FCAC-498F-9240-0EFA29747878}" srcOrd="0" destOrd="0" presId="urn:microsoft.com/office/officeart/2008/layout/LinedList"/>
    <dgm:cxn modelId="{D1018DA2-8058-43A9-986B-B38DC032416A}" type="presParOf" srcId="{7CDD49B7-3609-4B94-92CC-3833E2891BA4}" destId="{4E7043F3-13E5-4B9D-9CF2-D0B8DB54DA34}" srcOrd="0" destOrd="0" presId="urn:microsoft.com/office/officeart/2008/layout/LinedList"/>
    <dgm:cxn modelId="{7D455B9C-91B3-472C-9D2A-33A5BB0C8667}" type="presParOf" srcId="{7CDD49B7-3609-4B94-92CC-3833E2891BA4}" destId="{E5DF421E-B669-4F27-BFED-D19FB6CE972C}" srcOrd="1" destOrd="0" presId="urn:microsoft.com/office/officeart/2008/layout/LinedList"/>
    <dgm:cxn modelId="{ED643232-AD34-4D92-8CF0-C8893DEF3D36}" type="presParOf" srcId="{E5DF421E-B669-4F27-BFED-D19FB6CE972C}" destId="{110F41E0-51F8-413D-A89B-49871BB9A9C2}" srcOrd="0" destOrd="0" presId="urn:microsoft.com/office/officeart/2008/layout/LinedList"/>
    <dgm:cxn modelId="{08D56C35-8A48-4BA9-80C3-138AB6915AA5}" type="presParOf" srcId="{E5DF421E-B669-4F27-BFED-D19FB6CE972C}" destId="{EC293E51-2A59-4985-AEAB-4FB5D793FDA4}" srcOrd="1" destOrd="0" presId="urn:microsoft.com/office/officeart/2008/layout/LinedList"/>
    <dgm:cxn modelId="{DFC9E619-2B93-4C9F-9A05-6967D25C6A8E}" type="presParOf" srcId="{7CDD49B7-3609-4B94-92CC-3833E2891BA4}" destId="{60D1A334-29EC-4B6E-B327-15597117DD2C}" srcOrd="2" destOrd="0" presId="urn:microsoft.com/office/officeart/2008/layout/LinedList"/>
    <dgm:cxn modelId="{F8009A31-B152-4399-A897-7033A2835942}" type="presParOf" srcId="{7CDD49B7-3609-4B94-92CC-3833E2891BA4}" destId="{E9B2B2AE-C6CE-43EF-BB1C-A1600C20B106}" srcOrd="3" destOrd="0" presId="urn:microsoft.com/office/officeart/2008/layout/LinedList"/>
    <dgm:cxn modelId="{D779A03C-A9E1-40ED-AE04-F64FBEA25472}" type="presParOf" srcId="{E9B2B2AE-C6CE-43EF-BB1C-A1600C20B106}" destId="{1DA9EBE8-3BE1-464C-AD6C-1BC1DECE6553}" srcOrd="0" destOrd="0" presId="urn:microsoft.com/office/officeart/2008/layout/LinedList"/>
    <dgm:cxn modelId="{2287AF92-296B-4CFD-85B5-D10894ED7C7F}" type="presParOf" srcId="{E9B2B2AE-C6CE-43EF-BB1C-A1600C20B106}" destId="{05173F4F-844D-494A-A903-FFFA0A754B92}" srcOrd="1" destOrd="0" presId="urn:microsoft.com/office/officeart/2008/layout/LinedList"/>
    <dgm:cxn modelId="{D8C30B0F-558A-476C-8E14-28433EF74DBB}" type="presParOf" srcId="{7CDD49B7-3609-4B94-92CC-3833E2891BA4}" destId="{04421B6E-E96C-45EA-95CE-C53416BF5AD2}" srcOrd="4" destOrd="0" presId="urn:microsoft.com/office/officeart/2008/layout/LinedList"/>
    <dgm:cxn modelId="{84231968-103D-4FA6-B164-8FAA5FBCB6E4}" type="presParOf" srcId="{7CDD49B7-3609-4B94-92CC-3833E2891BA4}" destId="{F4DECE43-7BE6-4BDB-B0B2-0CEA7C263B51}" srcOrd="5" destOrd="0" presId="urn:microsoft.com/office/officeart/2008/layout/LinedList"/>
    <dgm:cxn modelId="{C58B5B2F-0C4A-4257-9CC6-455AB1CEF76C}" type="presParOf" srcId="{F4DECE43-7BE6-4BDB-B0B2-0CEA7C263B51}" destId="{F443DBC6-F1BC-44DA-80D2-8BA0AD0AD8C9}" srcOrd="0" destOrd="0" presId="urn:microsoft.com/office/officeart/2008/layout/LinedList"/>
    <dgm:cxn modelId="{F7F1162A-FC7A-4160-9FCF-F1157EAC61A1}" type="presParOf" srcId="{F4DECE43-7BE6-4BDB-B0B2-0CEA7C263B51}" destId="{779DAC4E-FD56-4CA0-A7B8-9DE530A2FEB9}" srcOrd="1" destOrd="0" presId="urn:microsoft.com/office/officeart/2008/layout/LinedList"/>
    <dgm:cxn modelId="{E73C5F1E-3187-40C1-8705-78654FD28776}" type="presParOf" srcId="{7CDD49B7-3609-4B94-92CC-3833E2891BA4}" destId="{0B1C2866-70B1-443D-95F2-4AC0947DD386}" srcOrd="6" destOrd="0" presId="urn:microsoft.com/office/officeart/2008/layout/LinedList"/>
    <dgm:cxn modelId="{D1BC5BB9-EB49-4ADA-AE2E-00C4635B7432}" type="presParOf" srcId="{7CDD49B7-3609-4B94-92CC-3833E2891BA4}" destId="{0BB11868-4F74-43B9-9D45-A386BA70166F}" srcOrd="7" destOrd="0" presId="urn:microsoft.com/office/officeart/2008/layout/LinedList"/>
    <dgm:cxn modelId="{BACD5AB3-EAA4-4D07-999D-EA78147F2084}" type="presParOf" srcId="{0BB11868-4F74-43B9-9D45-A386BA70166F}" destId="{AA66D787-F9BF-464F-8045-D9D66345876F}" srcOrd="0" destOrd="0" presId="urn:microsoft.com/office/officeart/2008/layout/LinedList"/>
    <dgm:cxn modelId="{104D5B55-22E4-42D0-86E2-C4398E5161D1}" type="presParOf" srcId="{0BB11868-4F74-43B9-9D45-A386BA70166F}" destId="{6F0E622A-053A-4674-886C-62C56884CF55}" srcOrd="1" destOrd="0" presId="urn:microsoft.com/office/officeart/2008/layout/LinedList"/>
    <dgm:cxn modelId="{3603BB06-6C13-4D3D-89BD-C701E35D7529}" type="presParOf" srcId="{7CDD49B7-3609-4B94-92CC-3833E2891BA4}" destId="{C175A459-4B9C-425E-9B12-F120359127B3}" srcOrd="8" destOrd="0" presId="urn:microsoft.com/office/officeart/2008/layout/LinedList"/>
    <dgm:cxn modelId="{B0C72844-F12C-4CD6-868E-39FF1C992606}" type="presParOf" srcId="{7CDD49B7-3609-4B94-92CC-3833E2891BA4}" destId="{9DFEF6F9-1CA2-401E-BD07-642BECF87A36}" srcOrd="9" destOrd="0" presId="urn:microsoft.com/office/officeart/2008/layout/LinedList"/>
    <dgm:cxn modelId="{485559C7-E2F0-499C-93EC-F360792A85EB}" type="presParOf" srcId="{9DFEF6F9-1CA2-401E-BD07-642BECF87A36}" destId="{4EA740F0-16B7-44EB-87AA-558E5AB74E65}" srcOrd="0" destOrd="0" presId="urn:microsoft.com/office/officeart/2008/layout/LinedList"/>
    <dgm:cxn modelId="{404581CB-1EB0-43E5-9E5C-8A288006A882}" type="presParOf" srcId="{9DFEF6F9-1CA2-401E-BD07-642BECF87A36}" destId="{F535A86F-D812-40D0-B2EC-87B2055CBE92}" srcOrd="1" destOrd="0" presId="urn:microsoft.com/office/officeart/2008/layout/LinedList"/>
    <dgm:cxn modelId="{F8D8EF0E-200B-4F81-9BF7-B169C4C596A4}" type="presParOf" srcId="{7CDD49B7-3609-4B94-92CC-3833E2891BA4}" destId="{C162A2CB-4D13-4BCA-8B6A-83CF6ADDA63F}" srcOrd="10" destOrd="0" presId="urn:microsoft.com/office/officeart/2008/layout/LinedList"/>
    <dgm:cxn modelId="{BCA86551-6BAC-4671-AAAA-35D3AB74AB75}" type="presParOf" srcId="{7CDD49B7-3609-4B94-92CC-3833E2891BA4}" destId="{57CB9007-7FDE-4223-9D72-3254FDC3D887}" srcOrd="11" destOrd="0" presId="urn:microsoft.com/office/officeart/2008/layout/LinedList"/>
    <dgm:cxn modelId="{C1D39C1E-B50F-4513-B5C3-39129971E15A}" type="presParOf" srcId="{57CB9007-7FDE-4223-9D72-3254FDC3D887}" destId="{F082EA09-D52C-46C4-8D00-7E2D3D83D481}" srcOrd="0" destOrd="0" presId="urn:microsoft.com/office/officeart/2008/layout/LinedList"/>
    <dgm:cxn modelId="{3AF10BFF-013F-4F15-95E4-6DA89855172E}" type="presParOf" srcId="{57CB9007-7FDE-4223-9D72-3254FDC3D887}" destId="{023BCF40-53C5-451C-A9FD-F8F1CE608E9C}" srcOrd="1" destOrd="0" presId="urn:microsoft.com/office/officeart/2008/layout/LinedList"/>
    <dgm:cxn modelId="{897C870F-4905-45AE-9206-B8FCF1DF81F1}" type="presParOf" srcId="{7CDD49B7-3609-4B94-92CC-3833E2891BA4}" destId="{E53A2B92-8D49-4E0F-986A-C09DD03650C7}" srcOrd="12" destOrd="0" presId="urn:microsoft.com/office/officeart/2008/layout/LinedList"/>
    <dgm:cxn modelId="{EC5379BD-A70D-4844-88DB-4A81F0CD114C}" type="presParOf" srcId="{7CDD49B7-3609-4B94-92CC-3833E2891BA4}" destId="{E49AD82C-B3A3-47F5-BB0A-2C5D06D990BA}" srcOrd="13" destOrd="0" presId="urn:microsoft.com/office/officeart/2008/layout/LinedList"/>
    <dgm:cxn modelId="{D3C47F00-B130-4CB7-A51A-FD30BEDEA9C6}" type="presParOf" srcId="{E49AD82C-B3A3-47F5-BB0A-2C5D06D990BA}" destId="{FCB8464F-FCAC-498F-9240-0EFA29747878}" srcOrd="0" destOrd="0" presId="urn:microsoft.com/office/officeart/2008/layout/LinedList"/>
    <dgm:cxn modelId="{0503457D-C800-4340-8C21-6085048731B9}" type="presParOf" srcId="{E49AD82C-B3A3-47F5-BB0A-2C5D06D990BA}" destId="{2F40A79B-92CB-4BC6-8438-2FE2FF0A6797}" srcOrd="1" destOrd="0" presId="urn:microsoft.com/office/officeart/2008/layout/LinedList"/>
    <dgm:cxn modelId="{A5B8F87B-1F2A-49C3-B4A2-94AE12208CE4}" type="presParOf" srcId="{7CDD49B7-3609-4B94-92CC-3833E2891BA4}" destId="{5A4ED032-D90E-4DA7-9CFF-EC7B4DCA9997}" srcOrd="14" destOrd="0" presId="urn:microsoft.com/office/officeart/2008/layout/LinedList"/>
    <dgm:cxn modelId="{77B6234A-C83F-49C1-9E64-B31640C885D0}" type="presParOf" srcId="{7CDD49B7-3609-4B94-92CC-3833E2891BA4}" destId="{64DBACA0-AFCC-4C68-8E1B-686DAED4F82E}" srcOrd="15" destOrd="0" presId="urn:microsoft.com/office/officeart/2008/layout/LinedList"/>
    <dgm:cxn modelId="{BA9C31DA-3F94-4D47-ACD4-79DE7F59BB51}" type="presParOf" srcId="{64DBACA0-AFCC-4C68-8E1B-686DAED4F82E}" destId="{39CDB616-0068-4D44-A4E0-5AFA4E2930A6}" srcOrd="0" destOrd="0" presId="urn:microsoft.com/office/officeart/2008/layout/LinedList"/>
    <dgm:cxn modelId="{66F49DDE-CA84-479F-9794-B23D27F7953B}" type="presParOf" srcId="{64DBACA0-AFCC-4C68-8E1B-686DAED4F82E}" destId="{CABDA89D-CBFF-4965-94E3-17B92CBC17D6}" srcOrd="1" destOrd="0" presId="urn:microsoft.com/office/officeart/2008/layout/LinedList"/>
    <dgm:cxn modelId="{F104EE9F-54C8-42BD-ACDB-2DE315046ACA}" type="presParOf" srcId="{7CDD49B7-3609-4B94-92CC-3833E2891BA4}" destId="{FF3D1A8C-7EF4-477B-AFEC-EE3BD04478B5}" srcOrd="16" destOrd="0" presId="urn:microsoft.com/office/officeart/2008/layout/LinedList"/>
    <dgm:cxn modelId="{691702A2-C76D-4202-9667-F20812916EA9}" type="presParOf" srcId="{7CDD49B7-3609-4B94-92CC-3833E2891BA4}" destId="{A093CF20-F1C9-4CC6-8A55-4FB160FE57DB}" srcOrd="17" destOrd="0" presId="urn:microsoft.com/office/officeart/2008/layout/LinedList"/>
    <dgm:cxn modelId="{FFDB0729-08A7-4D40-A904-628E73F56746}" type="presParOf" srcId="{A093CF20-F1C9-4CC6-8A55-4FB160FE57DB}" destId="{9B06DEC4-5491-49E5-84BC-AC5AB6D061C7}" srcOrd="0" destOrd="0" presId="urn:microsoft.com/office/officeart/2008/layout/LinedList"/>
    <dgm:cxn modelId="{8D3549D7-49E8-46B5-BAC0-FE7A09EB02D6}" type="presParOf" srcId="{A093CF20-F1C9-4CC6-8A55-4FB160FE57DB}" destId="{EDD2F339-E73F-4348-B23C-2803A871F2F1}" srcOrd="1" destOrd="0" presId="urn:microsoft.com/office/officeart/2008/layout/LinedList"/>
    <dgm:cxn modelId="{86CE889C-B243-48B1-8718-EFC25F9AE45E}" type="presParOf" srcId="{7CDD49B7-3609-4B94-92CC-3833E2891BA4}" destId="{2DFBE4DF-41FC-4DBF-82F5-2F74277CA4B7}" srcOrd="18" destOrd="0" presId="urn:microsoft.com/office/officeart/2008/layout/LinedList"/>
    <dgm:cxn modelId="{697D1A0B-3560-494E-827E-D72F1AD3B91E}" type="presParOf" srcId="{7CDD49B7-3609-4B94-92CC-3833E2891BA4}" destId="{555F8295-D9F3-4E3D-89E0-34D67AF2777E}" srcOrd="19" destOrd="0" presId="urn:microsoft.com/office/officeart/2008/layout/LinedList"/>
    <dgm:cxn modelId="{EB2B0502-76EF-4BB0-B6D2-7AA8932AB5CA}" type="presParOf" srcId="{555F8295-D9F3-4E3D-89E0-34D67AF2777E}" destId="{B0C9E058-3F27-42B8-B30D-D4C72FF19AF0}" srcOrd="0" destOrd="0" presId="urn:microsoft.com/office/officeart/2008/layout/LinedList"/>
    <dgm:cxn modelId="{743BA5DC-674F-4109-B21B-155851B11F5D}" type="presParOf" srcId="{555F8295-D9F3-4E3D-89E0-34D67AF2777E}" destId="{6A7657D3-D02C-403D-8DF0-5BD795886376}" srcOrd="1" destOrd="0" presId="urn:microsoft.com/office/officeart/2008/layout/LinedList"/>
    <dgm:cxn modelId="{C650494C-C2EE-4A5F-A9C2-0502DA4FE16B}" type="presParOf" srcId="{7CDD49B7-3609-4B94-92CC-3833E2891BA4}" destId="{2A4A3024-F6DB-43BC-A4E5-01BED104E862}" srcOrd="20" destOrd="0" presId="urn:microsoft.com/office/officeart/2008/layout/LinedList"/>
    <dgm:cxn modelId="{43B85F58-3F45-48F2-8D1A-44DC9C64C05B}" type="presParOf" srcId="{7CDD49B7-3609-4B94-92CC-3833E2891BA4}" destId="{8B0D145B-E94F-4D47-B81F-5F1D19FFC48F}" srcOrd="21" destOrd="0" presId="urn:microsoft.com/office/officeart/2008/layout/LinedList"/>
    <dgm:cxn modelId="{0C2648DB-EA94-4885-8FB8-3FDF6F9812C8}" type="presParOf" srcId="{8B0D145B-E94F-4D47-B81F-5F1D19FFC48F}" destId="{2B7D6ACD-E748-40DF-9EB7-B0F71C59537B}" srcOrd="0" destOrd="0" presId="urn:microsoft.com/office/officeart/2008/layout/LinedList"/>
    <dgm:cxn modelId="{429F07CB-BB14-4944-8792-BD34038F8496}" type="presParOf" srcId="{8B0D145B-E94F-4D47-B81F-5F1D19FFC48F}" destId="{54543113-7202-4EDD-A06A-3FBC22000EBD}" srcOrd="1" destOrd="0" presId="urn:microsoft.com/office/officeart/2008/layout/LinedList"/>
    <dgm:cxn modelId="{3BD651E7-5962-45BA-823C-9B7CBF48AA23}" type="presParOf" srcId="{7CDD49B7-3609-4B94-92CC-3833E2891BA4}" destId="{39CB20E2-F98F-4A35-91A2-D3C31CC48582}" srcOrd="22" destOrd="0" presId="urn:microsoft.com/office/officeart/2008/layout/LinedList"/>
    <dgm:cxn modelId="{6375EE12-E530-4F91-9ADC-62033AB08AC8}" type="presParOf" srcId="{7CDD49B7-3609-4B94-92CC-3833E2891BA4}" destId="{1FC3F4F0-5D84-4EE2-8BB1-A78CFA5BAA5A}" srcOrd="23" destOrd="0" presId="urn:microsoft.com/office/officeart/2008/layout/LinedList"/>
    <dgm:cxn modelId="{A17BBCA2-0204-4F2F-897F-E5F773665CE4}" type="presParOf" srcId="{1FC3F4F0-5D84-4EE2-8BB1-A78CFA5BAA5A}" destId="{B7D90481-C9BB-469D-8972-F20B52ED5A6D}" srcOrd="0" destOrd="0" presId="urn:microsoft.com/office/officeart/2008/layout/LinedList"/>
    <dgm:cxn modelId="{09A843D2-F7A7-4FB0-B5C1-383F3025407D}" type="presParOf" srcId="{1FC3F4F0-5D84-4EE2-8BB1-A78CFA5BAA5A}" destId="{B2DA9781-5000-430F-9AC9-043C9FC8E933}" srcOrd="1" destOrd="0" presId="urn:microsoft.com/office/officeart/2008/layout/LinedList"/>
    <dgm:cxn modelId="{BDE203F6-290F-4C1F-A248-6E9A35252C7E}" type="presParOf" srcId="{7CDD49B7-3609-4B94-92CC-3833E2891BA4}" destId="{208C272C-3A7B-4286-9FA7-AF40E34C9B34}" srcOrd="24" destOrd="0" presId="urn:microsoft.com/office/officeart/2008/layout/LinedList"/>
    <dgm:cxn modelId="{537AE3DB-7A34-4C14-99F0-4D049CAEF85A}" type="presParOf" srcId="{7CDD49B7-3609-4B94-92CC-3833E2891BA4}" destId="{289030BB-0840-416B-AD00-714295FC48D6}" srcOrd="25" destOrd="0" presId="urn:microsoft.com/office/officeart/2008/layout/LinedList"/>
    <dgm:cxn modelId="{BB48FB09-675C-42FC-AFD1-A7EE95B9F830}" type="presParOf" srcId="{289030BB-0840-416B-AD00-714295FC48D6}" destId="{10AE1878-6BA1-4EF0-A577-D6EEE5F50388}" srcOrd="0" destOrd="0" presId="urn:microsoft.com/office/officeart/2008/layout/LinedList"/>
    <dgm:cxn modelId="{9FD2DBF6-F06D-4466-9E84-BC1850B38BBD}" type="presParOf" srcId="{289030BB-0840-416B-AD00-714295FC48D6}" destId="{621010AF-3B65-4146-82BE-5818186EDB39}" srcOrd="1" destOrd="0" presId="urn:microsoft.com/office/officeart/2008/layout/LinedList"/>
    <dgm:cxn modelId="{0041D566-BF0C-40F9-9862-57A811B5AF89}" type="presParOf" srcId="{7CDD49B7-3609-4B94-92CC-3833E2891BA4}" destId="{3A7B21CC-E1D4-4118-AE0B-1E8DF642B32C}" srcOrd="26" destOrd="0" presId="urn:microsoft.com/office/officeart/2008/layout/LinedList"/>
    <dgm:cxn modelId="{46E9304C-003F-41A4-A8E8-8A0C5D956926}" type="presParOf" srcId="{7CDD49B7-3609-4B94-92CC-3833E2891BA4}" destId="{9F8B4CD8-5583-4D47-ACA9-DC8482FC830C}" srcOrd="27" destOrd="0" presId="urn:microsoft.com/office/officeart/2008/layout/LinedList"/>
    <dgm:cxn modelId="{679266E5-5A31-4E85-8EE7-4A31EBF12B21}" type="presParOf" srcId="{9F8B4CD8-5583-4D47-ACA9-DC8482FC830C}" destId="{CD287480-A215-4242-9D97-0C22C44E4FF5}" srcOrd="0" destOrd="0" presId="urn:microsoft.com/office/officeart/2008/layout/LinedList"/>
    <dgm:cxn modelId="{3F9B38F2-3227-4BA4-810C-9C8EEAECE21F}" type="presParOf" srcId="{9F8B4CD8-5583-4D47-ACA9-DC8482FC830C}" destId="{466A389C-383C-438D-B2F9-DB8C1FD7940E}" srcOrd="1" destOrd="0" presId="urn:microsoft.com/office/officeart/2008/layout/LinedList"/>
    <dgm:cxn modelId="{58551F2A-A642-4493-886F-FB9F9FDF0384}" type="presParOf" srcId="{7CDD49B7-3609-4B94-92CC-3833E2891BA4}" destId="{7C3EDF56-A9B2-4AE9-A4A6-BE534712CBF9}" srcOrd="28" destOrd="0" presId="urn:microsoft.com/office/officeart/2008/layout/LinedList"/>
    <dgm:cxn modelId="{4F240645-1246-4942-8EB8-D0633DD83FC6}" type="presParOf" srcId="{7CDD49B7-3609-4B94-92CC-3833E2891BA4}" destId="{0CA972CE-B6E0-41B7-B082-7DABE3582CE7}" srcOrd="29" destOrd="0" presId="urn:microsoft.com/office/officeart/2008/layout/LinedList"/>
    <dgm:cxn modelId="{D0D5E7C6-F4BC-4300-9CE2-38CE630AC141}" type="presParOf" srcId="{0CA972CE-B6E0-41B7-B082-7DABE3582CE7}" destId="{C4F6FA17-9355-4A9A-AA29-93594AD6C1D4}" srcOrd="0" destOrd="0" presId="urn:microsoft.com/office/officeart/2008/layout/LinedList"/>
    <dgm:cxn modelId="{7396CE7A-3F42-4E81-85F4-4A622123EF30}" type="presParOf" srcId="{0CA972CE-B6E0-41B7-B082-7DABE3582CE7}" destId="{322CA09A-DDD9-43E6-9B62-38C4C14C7E3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8A6AE4-6D42-40C8-BF19-42AADB302D35}" type="doc">
      <dgm:prSet loTypeId="urn:microsoft.com/office/officeart/2018/2/layout/IconCircleList" loCatId="icon" qsTypeId="urn:microsoft.com/office/officeart/2005/8/quickstyle/simple1" qsCatId="simple" csTypeId="urn:microsoft.com/office/officeart/2005/8/colors/colorful5" csCatId="colorful" phldr="1"/>
      <dgm:spPr/>
      <dgm:t>
        <a:bodyPr/>
        <a:lstStyle/>
        <a:p>
          <a:endParaRPr lang="en-US"/>
        </a:p>
      </dgm:t>
    </dgm:pt>
    <dgm:pt modelId="{867AE7FC-B4A8-4E73-ABA4-8AF1E259674B}">
      <dgm:prSet/>
      <dgm:spPr/>
      <dgm:t>
        <a:bodyPr/>
        <a:lstStyle/>
        <a:p>
          <a:pPr>
            <a:lnSpc>
              <a:spcPct val="100000"/>
            </a:lnSpc>
          </a:pPr>
          <a:r>
            <a:rPr lang="en-US"/>
            <a:t>Develop</a:t>
          </a:r>
          <a:r>
            <a:rPr lang="en-US" baseline="0"/>
            <a:t> AI-based recommendations</a:t>
          </a:r>
          <a:endParaRPr lang="en-US"/>
        </a:p>
      </dgm:t>
    </dgm:pt>
    <dgm:pt modelId="{FC447EF5-253B-4021-A5F8-B2383BAF68AE}" type="parTrans" cxnId="{74A15E71-3A7D-4701-A0B2-FE43C754D5BB}">
      <dgm:prSet/>
      <dgm:spPr/>
      <dgm:t>
        <a:bodyPr/>
        <a:lstStyle/>
        <a:p>
          <a:endParaRPr lang="en-US"/>
        </a:p>
      </dgm:t>
    </dgm:pt>
    <dgm:pt modelId="{AB3DC834-5A0A-4194-8E46-13B5DF452DA9}" type="sibTrans" cxnId="{74A15E71-3A7D-4701-A0B2-FE43C754D5BB}">
      <dgm:prSet phldrT="1" phldr="0"/>
      <dgm:spPr/>
      <dgm:t>
        <a:bodyPr/>
        <a:lstStyle/>
        <a:p>
          <a:pPr>
            <a:lnSpc>
              <a:spcPct val="100000"/>
            </a:lnSpc>
          </a:pPr>
          <a:endParaRPr lang="en-US"/>
        </a:p>
      </dgm:t>
    </dgm:pt>
    <dgm:pt modelId="{3FD6467C-28A6-4584-A4E0-E1C95CFC8599}">
      <dgm:prSet/>
      <dgm:spPr/>
      <dgm:t>
        <a:bodyPr/>
        <a:lstStyle/>
        <a:p>
          <a:pPr>
            <a:lnSpc>
              <a:spcPct val="100000"/>
            </a:lnSpc>
          </a:pPr>
          <a:r>
            <a:rPr lang="en-US" dirty="0"/>
            <a:t>Create a mobile application version for Android and iOS</a:t>
          </a:r>
        </a:p>
      </dgm:t>
    </dgm:pt>
    <dgm:pt modelId="{41E430ED-B2C6-4C9F-AF7A-07AEC6CBCD65}" type="parTrans" cxnId="{99BB8897-0884-4AA3-990F-B490F881F915}">
      <dgm:prSet/>
      <dgm:spPr/>
      <dgm:t>
        <a:bodyPr/>
        <a:lstStyle/>
        <a:p>
          <a:endParaRPr lang="en-US"/>
        </a:p>
      </dgm:t>
    </dgm:pt>
    <dgm:pt modelId="{E8913350-303E-46E9-B457-C0F3BB38EA1C}" type="sibTrans" cxnId="{99BB8897-0884-4AA3-990F-B490F881F915}">
      <dgm:prSet phldrT="2" phldr="0"/>
      <dgm:spPr/>
      <dgm:t>
        <a:bodyPr/>
        <a:lstStyle/>
        <a:p>
          <a:endParaRPr lang="en-US"/>
        </a:p>
      </dgm:t>
    </dgm:pt>
    <dgm:pt modelId="{C3CCBB76-1250-41DC-81DD-0C4E3FEA2C98}" type="pres">
      <dgm:prSet presAssocID="{8A8A6AE4-6D42-40C8-BF19-42AADB302D35}" presName="root" presStyleCnt="0">
        <dgm:presLayoutVars>
          <dgm:dir/>
          <dgm:resizeHandles val="exact"/>
        </dgm:presLayoutVars>
      </dgm:prSet>
      <dgm:spPr/>
    </dgm:pt>
    <dgm:pt modelId="{5AD5FD34-9673-436C-84B2-8D0AD73F1F66}" type="pres">
      <dgm:prSet presAssocID="{8A8A6AE4-6D42-40C8-BF19-42AADB302D35}" presName="container" presStyleCnt="0">
        <dgm:presLayoutVars>
          <dgm:dir/>
          <dgm:resizeHandles val="exact"/>
        </dgm:presLayoutVars>
      </dgm:prSet>
      <dgm:spPr/>
    </dgm:pt>
    <dgm:pt modelId="{2796293D-DDB0-452E-99C9-E5D606486B93}" type="pres">
      <dgm:prSet presAssocID="{867AE7FC-B4A8-4E73-ABA4-8AF1E259674B}" presName="compNode" presStyleCnt="0"/>
      <dgm:spPr/>
    </dgm:pt>
    <dgm:pt modelId="{2296C836-7B95-42AB-AC2D-14C96D7CE0CE}" type="pres">
      <dgm:prSet presAssocID="{867AE7FC-B4A8-4E73-ABA4-8AF1E259674B}" presName="iconBgRect" presStyleLbl="bgShp" presStyleIdx="0" presStyleCnt="2"/>
      <dgm:spPr/>
    </dgm:pt>
    <dgm:pt modelId="{54D77D93-0E78-416D-AC26-075305DE09BF}" type="pres">
      <dgm:prSet presAssocID="{867AE7FC-B4A8-4E73-ABA4-8AF1E259674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8B362011-2D09-40EF-8EB6-1D9D2529A0E8}" type="pres">
      <dgm:prSet presAssocID="{867AE7FC-B4A8-4E73-ABA4-8AF1E259674B}" presName="spaceRect" presStyleCnt="0"/>
      <dgm:spPr/>
    </dgm:pt>
    <dgm:pt modelId="{777494BA-F4AB-4437-8957-E0EA42CCC389}" type="pres">
      <dgm:prSet presAssocID="{867AE7FC-B4A8-4E73-ABA4-8AF1E259674B}" presName="textRect" presStyleLbl="revTx" presStyleIdx="0" presStyleCnt="2">
        <dgm:presLayoutVars>
          <dgm:chMax val="1"/>
          <dgm:chPref val="1"/>
        </dgm:presLayoutVars>
      </dgm:prSet>
      <dgm:spPr/>
    </dgm:pt>
    <dgm:pt modelId="{77E77423-5845-4058-A575-C800AC3E4C8A}" type="pres">
      <dgm:prSet presAssocID="{AB3DC834-5A0A-4194-8E46-13B5DF452DA9}" presName="sibTrans" presStyleLbl="sibTrans2D1" presStyleIdx="0" presStyleCnt="0"/>
      <dgm:spPr/>
    </dgm:pt>
    <dgm:pt modelId="{5D337CAE-4AF8-48F8-9910-D51BB3A4FEAC}" type="pres">
      <dgm:prSet presAssocID="{3FD6467C-28A6-4584-A4E0-E1C95CFC8599}" presName="compNode" presStyleCnt="0"/>
      <dgm:spPr/>
    </dgm:pt>
    <dgm:pt modelId="{8C7D02FE-AE42-48D6-9E71-648A2078BFD8}" type="pres">
      <dgm:prSet presAssocID="{3FD6467C-28A6-4584-A4E0-E1C95CFC8599}" presName="iconBgRect" presStyleLbl="bgShp" presStyleIdx="1" presStyleCnt="2"/>
      <dgm:spPr/>
    </dgm:pt>
    <dgm:pt modelId="{C68C8871-01B2-4C40-BC07-40D40E39D1C6}" type="pres">
      <dgm:prSet presAssocID="{3FD6467C-28A6-4584-A4E0-E1C95CFC859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8DCA48FD-5BDE-4161-8A70-8AE78EF5A15C}" type="pres">
      <dgm:prSet presAssocID="{3FD6467C-28A6-4584-A4E0-E1C95CFC8599}" presName="spaceRect" presStyleCnt="0"/>
      <dgm:spPr/>
    </dgm:pt>
    <dgm:pt modelId="{56D3429F-FF7D-4D07-A918-35D7E3D53592}" type="pres">
      <dgm:prSet presAssocID="{3FD6467C-28A6-4584-A4E0-E1C95CFC8599}" presName="textRect" presStyleLbl="revTx" presStyleIdx="1" presStyleCnt="2">
        <dgm:presLayoutVars>
          <dgm:chMax val="1"/>
          <dgm:chPref val="1"/>
        </dgm:presLayoutVars>
      </dgm:prSet>
      <dgm:spPr/>
    </dgm:pt>
  </dgm:ptLst>
  <dgm:cxnLst>
    <dgm:cxn modelId="{7CB4A31D-1FF8-49F5-A38C-7DA0DC1E6B7B}" type="presOf" srcId="{8A8A6AE4-6D42-40C8-BF19-42AADB302D35}" destId="{C3CCBB76-1250-41DC-81DD-0C4E3FEA2C98}" srcOrd="0" destOrd="0" presId="urn:microsoft.com/office/officeart/2018/2/layout/IconCircleList"/>
    <dgm:cxn modelId="{8A79622F-64F0-4B05-B3E8-E039170F71F9}" type="presOf" srcId="{AB3DC834-5A0A-4194-8E46-13B5DF452DA9}" destId="{77E77423-5845-4058-A575-C800AC3E4C8A}" srcOrd="0" destOrd="0" presId="urn:microsoft.com/office/officeart/2018/2/layout/IconCircleList"/>
    <dgm:cxn modelId="{80096250-C147-4D5E-B73E-3313D8AB9D36}" type="presOf" srcId="{3FD6467C-28A6-4584-A4E0-E1C95CFC8599}" destId="{56D3429F-FF7D-4D07-A918-35D7E3D53592}" srcOrd="0" destOrd="0" presId="urn:microsoft.com/office/officeart/2018/2/layout/IconCircleList"/>
    <dgm:cxn modelId="{74A15E71-3A7D-4701-A0B2-FE43C754D5BB}" srcId="{8A8A6AE4-6D42-40C8-BF19-42AADB302D35}" destId="{867AE7FC-B4A8-4E73-ABA4-8AF1E259674B}" srcOrd="0" destOrd="0" parTransId="{FC447EF5-253B-4021-A5F8-B2383BAF68AE}" sibTransId="{AB3DC834-5A0A-4194-8E46-13B5DF452DA9}"/>
    <dgm:cxn modelId="{99BB8897-0884-4AA3-990F-B490F881F915}" srcId="{8A8A6AE4-6D42-40C8-BF19-42AADB302D35}" destId="{3FD6467C-28A6-4584-A4E0-E1C95CFC8599}" srcOrd="1" destOrd="0" parTransId="{41E430ED-B2C6-4C9F-AF7A-07AEC6CBCD65}" sibTransId="{E8913350-303E-46E9-B457-C0F3BB38EA1C}"/>
    <dgm:cxn modelId="{5B1118A3-22A8-4BA8-BF66-F5DD6D06ADD0}" type="presOf" srcId="{867AE7FC-B4A8-4E73-ABA4-8AF1E259674B}" destId="{777494BA-F4AB-4437-8957-E0EA42CCC389}" srcOrd="0" destOrd="0" presId="urn:microsoft.com/office/officeart/2018/2/layout/IconCircleList"/>
    <dgm:cxn modelId="{2776922A-66DD-4CC2-8FEB-313361E1F5C2}" type="presParOf" srcId="{C3CCBB76-1250-41DC-81DD-0C4E3FEA2C98}" destId="{5AD5FD34-9673-436C-84B2-8D0AD73F1F66}" srcOrd="0" destOrd="0" presId="urn:microsoft.com/office/officeart/2018/2/layout/IconCircleList"/>
    <dgm:cxn modelId="{82950A83-AA69-48EA-9A82-98EF0B72FB67}" type="presParOf" srcId="{5AD5FD34-9673-436C-84B2-8D0AD73F1F66}" destId="{2796293D-DDB0-452E-99C9-E5D606486B93}" srcOrd="0" destOrd="0" presId="urn:microsoft.com/office/officeart/2018/2/layout/IconCircleList"/>
    <dgm:cxn modelId="{1182C4AE-1F5D-4487-B2A6-F2E7223829A3}" type="presParOf" srcId="{2796293D-DDB0-452E-99C9-E5D606486B93}" destId="{2296C836-7B95-42AB-AC2D-14C96D7CE0CE}" srcOrd="0" destOrd="0" presId="urn:microsoft.com/office/officeart/2018/2/layout/IconCircleList"/>
    <dgm:cxn modelId="{8DD1BF09-0CFA-4061-9531-69EBBCDADBA3}" type="presParOf" srcId="{2796293D-DDB0-452E-99C9-E5D606486B93}" destId="{54D77D93-0E78-416D-AC26-075305DE09BF}" srcOrd="1" destOrd="0" presId="urn:microsoft.com/office/officeart/2018/2/layout/IconCircleList"/>
    <dgm:cxn modelId="{60D766FC-296C-4B5B-BBC3-4C983534595B}" type="presParOf" srcId="{2796293D-DDB0-452E-99C9-E5D606486B93}" destId="{8B362011-2D09-40EF-8EB6-1D9D2529A0E8}" srcOrd="2" destOrd="0" presId="urn:microsoft.com/office/officeart/2018/2/layout/IconCircleList"/>
    <dgm:cxn modelId="{6B5FE195-189F-40DD-906A-464EBBB82BDC}" type="presParOf" srcId="{2796293D-DDB0-452E-99C9-E5D606486B93}" destId="{777494BA-F4AB-4437-8957-E0EA42CCC389}" srcOrd="3" destOrd="0" presId="urn:microsoft.com/office/officeart/2018/2/layout/IconCircleList"/>
    <dgm:cxn modelId="{3410B875-2045-4F90-8B6A-359E448707D8}" type="presParOf" srcId="{5AD5FD34-9673-436C-84B2-8D0AD73F1F66}" destId="{77E77423-5845-4058-A575-C800AC3E4C8A}" srcOrd="1" destOrd="0" presId="urn:microsoft.com/office/officeart/2018/2/layout/IconCircleList"/>
    <dgm:cxn modelId="{2151F365-BAD3-4F1F-9AA7-5B64C0943D65}" type="presParOf" srcId="{5AD5FD34-9673-436C-84B2-8D0AD73F1F66}" destId="{5D337CAE-4AF8-48F8-9910-D51BB3A4FEAC}" srcOrd="2" destOrd="0" presId="urn:microsoft.com/office/officeart/2018/2/layout/IconCircleList"/>
    <dgm:cxn modelId="{548B0930-337A-4164-A446-02BF5095547B}" type="presParOf" srcId="{5D337CAE-4AF8-48F8-9910-D51BB3A4FEAC}" destId="{8C7D02FE-AE42-48D6-9E71-648A2078BFD8}" srcOrd="0" destOrd="0" presId="urn:microsoft.com/office/officeart/2018/2/layout/IconCircleList"/>
    <dgm:cxn modelId="{3D59A60E-3290-401E-8CC1-A127073C993F}" type="presParOf" srcId="{5D337CAE-4AF8-48F8-9910-D51BB3A4FEAC}" destId="{C68C8871-01B2-4C40-BC07-40D40E39D1C6}" srcOrd="1" destOrd="0" presId="urn:microsoft.com/office/officeart/2018/2/layout/IconCircleList"/>
    <dgm:cxn modelId="{7E914B34-676D-4725-8079-0B9EA8FD64B1}" type="presParOf" srcId="{5D337CAE-4AF8-48F8-9910-D51BB3A4FEAC}" destId="{8DCA48FD-5BDE-4161-8A70-8AE78EF5A15C}" srcOrd="2" destOrd="0" presId="urn:microsoft.com/office/officeart/2018/2/layout/IconCircleList"/>
    <dgm:cxn modelId="{1BFA85F4-9B38-46FD-A812-DFEDFBA7FF4A}" type="presParOf" srcId="{5D337CAE-4AF8-48F8-9910-D51BB3A4FEAC}" destId="{56D3429F-FF7D-4D07-A918-35D7E3D5359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8A6AE4-6D42-40C8-BF19-42AADB302D35}"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867AE7FC-B4A8-4E73-ABA4-8AF1E259674B}">
      <dgm:prSet/>
      <dgm:spPr/>
      <dgm:t>
        <a:bodyPr/>
        <a:lstStyle/>
        <a:p>
          <a:r>
            <a:rPr lang="en-US"/>
            <a:t>Designing a responsive layout for all devices</a:t>
          </a:r>
        </a:p>
      </dgm:t>
    </dgm:pt>
    <dgm:pt modelId="{FC447EF5-253B-4021-A5F8-B2383BAF68AE}" type="parTrans" cxnId="{74A15E71-3A7D-4701-A0B2-FE43C754D5BB}">
      <dgm:prSet/>
      <dgm:spPr/>
      <dgm:t>
        <a:bodyPr/>
        <a:lstStyle/>
        <a:p>
          <a:endParaRPr lang="en-US"/>
        </a:p>
      </dgm:t>
    </dgm:pt>
    <dgm:pt modelId="{AB3DC834-5A0A-4194-8E46-13B5DF452DA9}" type="sibTrans" cxnId="{74A15E71-3A7D-4701-A0B2-FE43C754D5BB}">
      <dgm:prSet phldrT="1" phldr="0"/>
      <dgm:spPr/>
      <dgm:t>
        <a:bodyPr/>
        <a:lstStyle/>
        <a:p>
          <a:r>
            <a:rPr lang="en-US"/>
            <a:t>1</a:t>
          </a:r>
        </a:p>
      </dgm:t>
    </dgm:pt>
    <dgm:pt modelId="{3FD6467C-28A6-4584-A4E0-E1C95CFC8599}">
      <dgm:prSet/>
      <dgm:spPr/>
      <dgm:t>
        <a:bodyPr/>
        <a:lstStyle/>
        <a:p>
          <a:r>
            <a:rPr lang="en-US"/>
            <a:t>Handling ajax features without page reload errors</a:t>
          </a:r>
        </a:p>
      </dgm:t>
    </dgm:pt>
    <dgm:pt modelId="{41E430ED-B2C6-4C9F-AF7A-07AEC6CBCD65}" type="parTrans" cxnId="{99BB8897-0884-4AA3-990F-B490F881F915}">
      <dgm:prSet/>
      <dgm:spPr/>
      <dgm:t>
        <a:bodyPr/>
        <a:lstStyle/>
        <a:p>
          <a:endParaRPr lang="en-US"/>
        </a:p>
      </dgm:t>
    </dgm:pt>
    <dgm:pt modelId="{E8913350-303E-46E9-B457-C0F3BB38EA1C}" type="sibTrans" cxnId="{99BB8897-0884-4AA3-990F-B490F881F915}">
      <dgm:prSet phldrT="2" phldr="0"/>
      <dgm:spPr/>
      <dgm:t>
        <a:bodyPr/>
        <a:lstStyle/>
        <a:p>
          <a:r>
            <a:rPr lang="en-US"/>
            <a:t>2</a:t>
          </a:r>
        </a:p>
      </dgm:t>
    </dgm:pt>
    <dgm:pt modelId="{6E17B787-8366-4148-873C-5BAABEC59477}" type="pres">
      <dgm:prSet presAssocID="{8A8A6AE4-6D42-40C8-BF19-42AADB302D35}" presName="Name0" presStyleCnt="0">
        <dgm:presLayoutVars>
          <dgm:animLvl val="lvl"/>
          <dgm:resizeHandles val="exact"/>
        </dgm:presLayoutVars>
      </dgm:prSet>
      <dgm:spPr/>
    </dgm:pt>
    <dgm:pt modelId="{F96410BB-11D2-4FF3-A46F-138D270EB130}" type="pres">
      <dgm:prSet presAssocID="{867AE7FC-B4A8-4E73-ABA4-8AF1E259674B}" presName="compositeNode" presStyleCnt="0">
        <dgm:presLayoutVars>
          <dgm:bulletEnabled val="1"/>
        </dgm:presLayoutVars>
      </dgm:prSet>
      <dgm:spPr/>
    </dgm:pt>
    <dgm:pt modelId="{45E20F5A-9EB2-4022-A699-162ABC453449}" type="pres">
      <dgm:prSet presAssocID="{867AE7FC-B4A8-4E73-ABA4-8AF1E259674B}" presName="bgRect" presStyleLbl="bgAccFollowNode1" presStyleIdx="0" presStyleCnt="2"/>
      <dgm:spPr/>
    </dgm:pt>
    <dgm:pt modelId="{4ADAF6CB-737C-445D-AADA-B83C3EFD0ACB}" type="pres">
      <dgm:prSet presAssocID="{AB3DC834-5A0A-4194-8E46-13B5DF452DA9}" presName="sibTransNodeCircle" presStyleLbl="alignNode1" presStyleIdx="0" presStyleCnt="4">
        <dgm:presLayoutVars>
          <dgm:chMax val="0"/>
          <dgm:bulletEnabled/>
        </dgm:presLayoutVars>
      </dgm:prSet>
      <dgm:spPr/>
    </dgm:pt>
    <dgm:pt modelId="{E916AF32-0F02-460A-AFB7-485F82D5D705}" type="pres">
      <dgm:prSet presAssocID="{867AE7FC-B4A8-4E73-ABA4-8AF1E259674B}" presName="bottomLine" presStyleLbl="alignNode1" presStyleIdx="1" presStyleCnt="4">
        <dgm:presLayoutVars/>
      </dgm:prSet>
      <dgm:spPr/>
    </dgm:pt>
    <dgm:pt modelId="{1441F020-1A47-4DB7-9790-97EBAD2C6806}" type="pres">
      <dgm:prSet presAssocID="{867AE7FC-B4A8-4E73-ABA4-8AF1E259674B}" presName="nodeText" presStyleLbl="bgAccFollowNode1" presStyleIdx="0" presStyleCnt="2">
        <dgm:presLayoutVars>
          <dgm:bulletEnabled val="1"/>
        </dgm:presLayoutVars>
      </dgm:prSet>
      <dgm:spPr/>
    </dgm:pt>
    <dgm:pt modelId="{AAD02212-F02C-4A99-A8BE-ECE7447651B7}" type="pres">
      <dgm:prSet presAssocID="{AB3DC834-5A0A-4194-8E46-13B5DF452DA9}" presName="sibTrans" presStyleCnt="0"/>
      <dgm:spPr/>
    </dgm:pt>
    <dgm:pt modelId="{85A9867D-BD0E-420D-8FE7-D8211B8FDE3A}" type="pres">
      <dgm:prSet presAssocID="{3FD6467C-28A6-4584-A4E0-E1C95CFC8599}" presName="compositeNode" presStyleCnt="0">
        <dgm:presLayoutVars>
          <dgm:bulletEnabled val="1"/>
        </dgm:presLayoutVars>
      </dgm:prSet>
      <dgm:spPr/>
    </dgm:pt>
    <dgm:pt modelId="{4CE2529B-D885-4C06-8F72-32320436FCAF}" type="pres">
      <dgm:prSet presAssocID="{3FD6467C-28A6-4584-A4E0-E1C95CFC8599}" presName="bgRect" presStyleLbl="bgAccFollowNode1" presStyleIdx="1" presStyleCnt="2"/>
      <dgm:spPr/>
    </dgm:pt>
    <dgm:pt modelId="{CFD08F4B-D4F7-43B2-946A-09FCEA015EE0}" type="pres">
      <dgm:prSet presAssocID="{E8913350-303E-46E9-B457-C0F3BB38EA1C}" presName="sibTransNodeCircle" presStyleLbl="alignNode1" presStyleIdx="2" presStyleCnt="4">
        <dgm:presLayoutVars>
          <dgm:chMax val="0"/>
          <dgm:bulletEnabled/>
        </dgm:presLayoutVars>
      </dgm:prSet>
      <dgm:spPr/>
    </dgm:pt>
    <dgm:pt modelId="{BCAB0149-3077-4E7A-B342-EC1425BF86FD}" type="pres">
      <dgm:prSet presAssocID="{3FD6467C-28A6-4584-A4E0-E1C95CFC8599}" presName="bottomLine" presStyleLbl="alignNode1" presStyleIdx="3" presStyleCnt="4">
        <dgm:presLayoutVars/>
      </dgm:prSet>
      <dgm:spPr/>
    </dgm:pt>
    <dgm:pt modelId="{E912A209-9CB6-45DB-8851-8FE33873DE7F}" type="pres">
      <dgm:prSet presAssocID="{3FD6467C-28A6-4584-A4E0-E1C95CFC8599}" presName="nodeText" presStyleLbl="bgAccFollowNode1" presStyleIdx="1" presStyleCnt="2">
        <dgm:presLayoutVars>
          <dgm:bulletEnabled val="1"/>
        </dgm:presLayoutVars>
      </dgm:prSet>
      <dgm:spPr/>
    </dgm:pt>
  </dgm:ptLst>
  <dgm:cxnLst>
    <dgm:cxn modelId="{3B4DAD15-E71D-40F7-9A40-C6E26216FE3F}" type="presOf" srcId="{8A8A6AE4-6D42-40C8-BF19-42AADB302D35}" destId="{6E17B787-8366-4148-873C-5BAABEC59477}" srcOrd="0" destOrd="0" presId="urn:microsoft.com/office/officeart/2016/7/layout/BasicLinearProcessNumbered"/>
    <dgm:cxn modelId="{1C293025-EA03-4D61-9D1E-DDEE9699987C}" type="presOf" srcId="{3FD6467C-28A6-4584-A4E0-E1C95CFC8599}" destId="{4CE2529B-D885-4C06-8F72-32320436FCAF}" srcOrd="0" destOrd="0" presId="urn:microsoft.com/office/officeart/2016/7/layout/BasicLinearProcessNumbered"/>
    <dgm:cxn modelId="{A4F14C46-5FB1-4189-BCAA-F5F25BD0E01C}" type="presOf" srcId="{AB3DC834-5A0A-4194-8E46-13B5DF452DA9}" destId="{4ADAF6CB-737C-445D-AADA-B83C3EFD0ACB}" srcOrd="0" destOrd="0" presId="urn:microsoft.com/office/officeart/2016/7/layout/BasicLinearProcessNumbered"/>
    <dgm:cxn modelId="{04AE066E-28B1-4CBC-81BA-7229A9541EE7}" type="presOf" srcId="{E8913350-303E-46E9-B457-C0F3BB38EA1C}" destId="{CFD08F4B-D4F7-43B2-946A-09FCEA015EE0}" srcOrd="0" destOrd="0" presId="urn:microsoft.com/office/officeart/2016/7/layout/BasicLinearProcessNumbered"/>
    <dgm:cxn modelId="{93830D4E-B9CD-4297-A1F0-C1221707E2EA}" type="presOf" srcId="{3FD6467C-28A6-4584-A4E0-E1C95CFC8599}" destId="{E912A209-9CB6-45DB-8851-8FE33873DE7F}" srcOrd="1" destOrd="0" presId="urn:microsoft.com/office/officeart/2016/7/layout/BasicLinearProcessNumbered"/>
    <dgm:cxn modelId="{74A15E71-3A7D-4701-A0B2-FE43C754D5BB}" srcId="{8A8A6AE4-6D42-40C8-BF19-42AADB302D35}" destId="{867AE7FC-B4A8-4E73-ABA4-8AF1E259674B}" srcOrd="0" destOrd="0" parTransId="{FC447EF5-253B-4021-A5F8-B2383BAF68AE}" sibTransId="{AB3DC834-5A0A-4194-8E46-13B5DF452DA9}"/>
    <dgm:cxn modelId="{71994B87-0F47-427B-9F5F-821E643E4362}" type="presOf" srcId="{867AE7FC-B4A8-4E73-ABA4-8AF1E259674B}" destId="{45E20F5A-9EB2-4022-A699-162ABC453449}" srcOrd="0" destOrd="0" presId="urn:microsoft.com/office/officeart/2016/7/layout/BasicLinearProcessNumbered"/>
    <dgm:cxn modelId="{99BB8897-0884-4AA3-990F-B490F881F915}" srcId="{8A8A6AE4-6D42-40C8-BF19-42AADB302D35}" destId="{3FD6467C-28A6-4584-A4E0-E1C95CFC8599}" srcOrd="1" destOrd="0" parTransId="{41E430ED-B2C6-4C9F-AF7A-07AEC6CBCD65}" sibTransId="{E8913350-303E-46E9-B457-C0F3BB38EA1C}"/>
    <dgm:cxn modelId="{4A9D55E9-7920-4022-A06F-804278B611C8}" type="presOf" srcId="{867AE7FC-B4A8-4E73-ABA4-8AF1E259674B}" destId="{1441F020-1A47-4DB7-9790-97EBAD2C6806}" srcOrd="1" destOrd="0" presId="urn:microsoft.com/office/officeart/2016/7/layout/BasicLinearProcessNumbered"/>
    <dgm:cxn modelId="{BEB9A16D-D9A6-4539-BA56-3EAEB8D0B9F8}" type="presParOf" srcId="{6E17B787-8366-4148-873C-5BAABEC59477}" destId="{F96410BB-11D2-4FF3-A46F-138D270EB130}" srcOrd="0" destOrd="0" presId="urn:microsoft.com/office/officeart/2016/7/layout/BasicLinearProcessNumbered"/>
    <dgm:cxn modelId="{AA1DCDB7-C373-4D24-BD6D-8BFD95A152CA}" type="presParOf" srcId="{F96410BB-11D2-4FF3-A46F-138D270EB130}" destId="{45E20F5A-9EB2-4022-A699-162ABC453449}" srcOrd="0" destOrd="0" presId="urn:microsoft.com/office/officeart/2016/7/layout/BasicLinearProcessNumbered"/>
    <dgm:cxn modelId="{B7D1F3AB-7055-4861-ADE0-E98B019011AC}" type="presParOf" srcId="{F96410BB-11D2-4FF3-A46F-138D270EB130}" destId="{4ADAF6CB-737C-445D-AADA-B83C3EFD0ACB}" srcOrd="1" destOrd="0" presId="urn:microsoft.com/office/officeart/2016/7/layout/BasicLinearProcessNumbered"/>
    <dgm:cxn modelId="{165EF22B-A66F-404D-9659-B5443CA89D48}" type="presParOf" srcId="{F96410BB-11D2-4FF3-A46F-138D270EB130}" destId="{E916AF32-0F02-460A-AFB7-485F82D5D705}" srcOrd="2" destOrd="0" presId="urn:microsoft.com/office/officeart/2016/7/layout/BasicLinearProcessNumbered"/>
    <dgm:cxn modelId="{747EA5F8-8E33-4A69-B64A-E8370D6D6410}" type="presParOf" srcId="{F96410BB-11D2-4FF3-A46F-138D270EB130}" destId="{1441F020-1A47-4DB7-9790-97EBAD2C6806}" srcOrd="3" destOrd="0" presId="urn:microsoft.com/office/officeart/2016/7/layout/BasicLinearProcessNumbered"/>
    <dgm:cxn modelId="{316FC063-A6A6-43AD-9403-CABA5DEB6A29}" type="presParOf" srcId="{6E17B787-8366-4148-873C-5BAABEC59477}" destId="{AAD02212-F02C-4A99-A8BE-ECE7447651B7}" srcOrd="1" destOrd="0" presId="urn:microsoft.com/office/officeart/2016/7/layout/BasicLinearProcessNumbered"/>
    <dgm:cxn modelId="{711875D7-30D0-4990-9DCA-0D33E89020F0}" type="presParOf" srcId="{6E17B787-8366-4148-873C-5BAABEC59477}" destId="{85A9867D-BD0E-420D-8FE7-D8211B8FDE3A}" srcOrd="2" destOrd="0" presId="urn:microsoft.com/office/officeart/2016/7/layout/BasicLinearProcessNumbered"/>
    <dgm:cxn modelId="{646CB181-D09A-4797-9EDC-4FDC6DD0622A}" type="presParOf" srcId="{85A9867D-BD0E-420D-8FE7-D8211B8FDE3A}" destId="{4CE2529B-D885-4C06-8F72-32320436FCAF}" srcOrd="0" destOrd="0" presId="urn:microsoft.com/office/officeart/2016/7/layout/BasicLinearProcessNumbered"/>
    <dgm:cxn modelId="{F98C43D0-9584-4F71-A565-DEBE4C121377}" type="presParOf" srcId="{85A9867D-BD0E-420D-8FE7-D8211B8FDE3A}" destId="{CFD08F4B-D4F7-43B2-946A-09FCEA015EE0}" srcOrd="1" destOrd="0" presId="urn:microsoft.com/office/officeart/2016/7/layout/BasicLinearProcessNumbered"/>
    <dgm:cxn modelId="{1C017ECD-5760-4579-999B-C405C5DB9C76}" type="presParOf" srcId="{85A9867D-BD0E-420D-8FE7-D8211B8FDE3A}" destId="{BCAB0149-3077-4E7A-B342-EC1425BF86FD}" srcOrd="2" destOrd="0" presId="urn:microsoft.com/office/officeart/2016/7/layout/BasicLinearProcessNumbered"/>
    <dgm:cxn modelId="{62FA5955-706B-4EFA-86A6-38080ACB468C}" type="presParOf" srcId="{85A9867D-BD0E-420D-8FE7-D8211B8FDE3A}" destId="{E912A209-9CB6-45DB-8851-8FE33873DE7F}"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68468C-D0AC-45F8-ACAE-C9C98F620C06}">
      <dsp:nvSpPr>
        <dsp:cNvPr id="0" name=""/>
        <dsp:cNvSpPr/>
      </dsp:nvSpPr>
      <dsp:spPr>
        <a:xfrm>
          <a:off x="852191" y="25213"/>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5B4F37-5154-41AA-AB6C-7096B55E707A}">
      <dsp:nvSpPr>
        <dsp:cNvPr id="0" name=""/>
        <dsp:cNvSpPr/>
      </dsp:nvSpPr>
      <dsp:spPr>
        <a:xfrm>
          <a:off x="979199" y="152221"/>
          <a:ext cx="350784" cy="3507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6F1F8D-990B-4C6C-93AE-6269DA3E74B1}">
      <dsp:nvSpPr>
        <dsp:cNvPr id="0" name=""/>
        <dsp:cNvSpPr/>
      </dsp:nvSpPr>
      <dsp:spPr>
        <a:xfrm>
          <a:off x="1586592" y="25213"/>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Create the e-commerce website</a:t>
          </a:r>
        </a:p>
      </dsp:txBody>
      <dsp:txXfrm>
        <a:off x="1586592" y="25213"/>
        <a:ext cx="1425599" cy="604800"/>
      </dsp:txXfrm>
    </dsp:sp>
    <dsp:sp modelId="{CA386674-B6C1-4DC4-A6EB-FB5877B4B91A}">
      <dsp:nvSpPr>
        <dsp:cNvPr id="0" name=""/>
        <dsp:cNvSpPr/>
      </dsp:nvSpPr>
      <dsp:spPr>
        <a:xfrm>
          <a:off x="3260592" y="25213"/>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FDC3EC-FE47-4C53-95F7-FC0F50A7C1B9}">
      <dsp:nvSpPr>
        <dsp:cNvPr id="0" name=""/>
        <dsp:cNvSpPr/>
      </dsp:nvSpPr>
      <dsp:spPr>
        <a:xfrm>
          <a:off x="3387600" y="152221"/>
          <a:ext cx="350784" cy="3507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D79EA5-8B62-43FF-AE9E-9F835CEAABEE}">
      <dsp:nvSpPr>
        <dsp:cNvPr id="0" name=""/>
        <dsp:cNvSpPr/>
      </dsp:nvSpPr>
      <dsp:spPr>
        <a:xfrm>
          <a:off x="3994992" y="25213"/>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Provide secure login and registration</a:t>
          </a:r>
        </a:p>
      </dsp:txBody>
      <dsp:txXfrm>
        <a:off x="3994992" y="25213"/>
        <a:ext cx="1425599" cy="604800"/>
      </dsp:txXfrm>
    </dsp:sp>
    <dsp:sp modelId="{C62F5B80-0FBE-437F-9A7E-87CCE5067FCE}">
      <dsp:nvSpPr>
        <dsp:cNvPr id="0" name=""/>
        <dsp:cNvSpPr/>
      </dsp:nvSpPr>
      <dsp:spPr>
        <a:xfrm>
          <a:off x="852191" y="1110347"/>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AA34E1-D357-4FCB-8228-ED2DB1EA61D5}">
      <dsp:nvSpPr>
        <dsp:cNvPr id="0" name=""/>
        <dsp:cNvSpPr/>
      </dsp:nvSpPr>
      <dsp:spPr>
        <a:xfrm>
          <a:off x="979199" y="1237355"/>
          <a:ext cx="350784" cy="3507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8A643A-81A9-4820-8780-5AA5BCDE910A}">
      <dsp:nvSpPr>
        <dsp:cNvPr id="0" name=""/>
        <dsp:cNvSpPr/>
      </dsp:nvSpPr>
      <dsp:spPr>
        <a:xfrm>
          <a:off x="1586592" y="1110347"/>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Enable users to browse, search, and filter phones and accessories</a:t>
          </a:r>
        </a:p>
      </dsp:txBody>
      <dsp:txXfrm>
        <a:off x="1586592" y="1110347"/>
        <a:ext cx="1425599" cy="604800"/>
      </dsp:txXfrm>
    </dsp:sp>
    <dsp:sp modelId="{241F4D40-975A-495A-8721-A4D8F6DE31D6}">
      <dsp:nvSpPr>
        <dsp:cNvPr id="0" name=""/>
        <dsp:cNvSpPr/>
      </dsp:nvSpPr>
      <dsp:spPr>
        <a:xfrm>
          <a:off x="3260592" y="1110347"/>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ED1998-7826-4AF1-B0C9-2B36CF48E433}">
      <dsp:nvSpPr>
        <dsp:cNvPr id="0" name=""/>
        <dsp:cNvSpPr/>
      </dsp:nvSpPr>
      <dsp:spPr>
        <a:xfrm>
          <a:off x="3387600" y="1237355"/>
          <a:ext cx="350784" cy="35078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C70C50-4B63-4165-B7B5-D43BCBBA75DF}">
      <dsp:nvSpPr>
        <dsp:cNvPr id="0" name=""/>
        <dsp:cNvSpPr/>
      </dsp:nvSpPr>
      <dsp:spPr>
        <a:xfrm>
          <a:off x="3994992" y="1110347"/>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Add to shopping cart and checkout system</a:t>
          </a:r>
        </a:p>
      </dsp:txBody>
      <dsp:txXfrm>
        <a:off x="3994992" y="1110347"/>
        <a:ext cx="1425599" cy="604800"/>
      </dsp:txXfrm>
    </dsp:sp>
    <dsp:sp modelId="{D4D3CB84-A9C5-4FBC-B519-5135455195DD}">
      <dsp:nvSpPr>
        <dsp:cNvPr id="0" name=""/>
        <dsp:cNvSpPr/>
      </dsp:nvSpPr>
      <dsp:spPr>
        <a:xfrm>
          <a:off x="852191" y="2195482"/>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9632E4-6411-4BB6-8B47-DD3EE0A79703}">
      <dsp:nvSpPr>
        <dsp:cNvPr id="0" name=""/>
        <dsp:cNvSpPr/>
      </dsp:nvSpPr>
      <dsp:spPr>
        <a:xfrm>
          <a:off x="979199" y="2322490"/>
          <a:ext cx="350784" cy="35078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635E0A-457B-4604-80F6-0D016365D58D}">
      <dsp:nvSpPr>
        <dsp:cNvPr id="0" name=""/>
        <dsp:cNvSpPr/>
      </dsp:nvSpPr>
      <dsp:spPr>
        <a:xfrm>
          <a:off x="1586592" y="2195482"/>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Build an easy, user-friendly design</a:t>
          </a:r>
        </a:p>
      </dsp:txBody>
      <dsp:txXfrm>
        <a:off x="1586592" y="2195482"/>
        <a:ext cx="1425599" cy="604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BCF3AD-62A7-42F8-AA06-326F8257EB54}">
      <dsp:nvSpPr>
        <dsp:cNvPr id="0" name=""/>
        <dsp:cNvSpPr/>
      </dsp:nvSpPr>
      <dsp:spPr>
        <a:xfrm>
          <a:off x="0" y="42780"/>
          <a:ext cx="3286125" cy="1971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Frontend: HTML, CSS, JavaScript, AJAX</a:t>
          </a:r>
        </a:p>
      </dsp:txBody>
      <dsp:txXfrm>
        <a:off x="0" y="42780"/>
        <a:ext cx="3286125" cy="1971675"/>
      </dsp:txXfrm>
    </dsp:sp>
    <dsp:sp modelId="{52E672C3-0AB8-4C08-914E-366A6E09FE60}">
      <dsp:nvSpPr>
        <dsp:cNvPr id="0" name=""/>
        <dsp:cNvSpPr/>
      </dsp:nvSpPr>
      <dsp:spPr>
        <a:xfrm>
          <a:off x="3614737" y="42780"/>
          <a:ext cx="3286125" cy="197167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Backend: PHP</a:t>
          </a:r>
        </a:p>
      </dsp:txBody>
      <dsp:txXfrm>
        <a:off x="3614737" y="42780"/>
        <a:ext cx="3286125" cy="1971675"/>
      </dsp:txXfrm>
    </dsp:sp>
    <dsp:sp modelId="{A7FFA268-DBF7-4573-9F5C-1C77E18E981B}">
      <dsp:nvSpPr>
        <dsp:cNvPr id="0" name=""/>
        <dsp:cNvSpPr/>
      </dsp:nvSpPr>
      <dsp:spPr>
        <a:xfrm>
          <a:off x="7229475" y="42780"/>
          <a:ext cx="3286125" cy="197167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Database: MySQL</a:t>
          </a:r>
        </a:p>
      </dsp:txBody>
      <dsp:txXfrm>
        <a:off x="7229475" y="42780"/>
        <a:ext cx="3286125" cy="1971675"/>
      </dsp:txXfrm>
    </dsp:sp>
    <dsp:sp modelId="{964B8CCF-74E1-4C13-B827-7570827F92FA}">
      <dsp:nvSpPr>
        <dsp:cNvPr id="0" name=""/>
        <dsp:cNvSpPr/>
      </dsp:nvSpPr>
      <dsp:spPr>
        <a:xfrm>
          <a:off x="1807368" y="2343068"/>
          <a:ext cx="3286125" cy="19716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Design framework: Bootstrap/Tailwind CSS</a:t>
          </a:r>
        </a:p>
      </dsp:txBody>
      <dsp:txXfrm>
        <a:off x="1807368" y="2343068"/>
        <a:ext cx="3286125" cy="1971675"/>
      </dsp:txXfrm>
    </dsp:sp>
    <dsp:sp modelId="{689110F5-F561-43B0-AD1C-D6515D6A1F10}">
      <dsp:nvSpPr>
        <dsp:cNvPr id="0" name=""/>
        <dsp:cNvSpPr/>
      </dsp:nvSpPr>
      <dsp:spPr>
        <a:xfrm>
          <a:off x="5422106" y="2343068"/>
          <a:ext cx="3286125" cy="197167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IDE: visual studio code</a:t>
          </a:r>
        </a:p>
      </dsp:txBody>
      <dsp:txXfrm>
        <a:off x="5422106" y="2343068"/>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7043F3-13E5-4B9D-9CF2-D0B8DB54DA34}">
      <dsp:nvSpPr>
        <dsp:cNvPr id="0" name=""/>
        <dsp:cNvSpPr/>
      </dsp:nvSpPr>
      <dsp:spPr>
        <a:xfrm>
          <a:off x="0" y="706"/>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0F41E0-51F8-413D-A89B-49871BB9A9C2}">
      <dsp:nvSpPr>
        <dsp:cNvPr id="0" name=""/>
        <dsp:cNvSpPr/>
      </dsp:nvSpPr>
      <dsp:spPr>
        <a:xfrm>
          <a:off x="0" y="706"/>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User: users_id (PK), name, email (unique), number, password, address, type</a:t>
          </a:r>
        </a:p>
      </dsp:txBody>
      <dsp:txXfrm>
        <a:off x="0" y="706"/>
        <a:ext cx="5916603" cy="385824"/>
      </dsp:txXfrm>
    </dsp:sp>
    <dsp:sp modelId="{60D1A334-29EC-4B6E-B327-15597117DD2C}">
      <dsp:nvSpPr>
        <dsp:cNvPr id="0" name=""/>
        <dsp:cNvSpPr/>
      </dsp:nvSpPr>
      <dsp:spPr>
        <a:xfrm>
          <a:off x="0" y="386531"/>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A9EBE8-3BE1-464C-AD6C-1BC1DECE6553}">
      <dsp:nvSpPr>
        <dsp:cNvPr id="0" name=""/>
        <dsp:cNvSpPr/>
      </dsp:nvSpPr>
      <dsp:spPr>
        <a:xfrm>
          <a:off x="0" y="386531"/>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Product: product_id (PK), name, brand_id (FK-&gt;Brand), category_id (FK-&gt;Category), description, price, stock-quantity, supplier_id (FK-&gt;Supplier)</a:t>
          </a:r>
        </a:p>
      </dsp:txBody>
      <dsp:txXfrm>
        <a:off x="0" y="386531"/>
        <a:ext cx="5916603" cy="385824"/>
      </dsp:txXfrm>
    </dsp:sp>
    <dsp:sp modelId="{04421B6E-E96C-45EA-95CE-C53416BF5AD2}">
      <dsp:nvSpPr>
        <dsp:cNvPr id="0" name=""/>
        <dsp:cNvSpPr/>
      </dsp:nvSpPr>
      <dsp:spPr>
        <a:xfrm>
          <a:off x="0" y="772356"/>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43DBC6-F1BC-44DA-80D2-8BA0AD0AD8C9}">
      <dsp:nvSpPr>
        <dsp:cNvPr id="0" name=""/>
        <dsp:cNvSpPr/>
      </dsp:nvSpPr>
      <dsp:spPr>
        <a:xfrm>
          <a:off x="0" y="772356"/>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Category: category_id(PK), name</a:t>
          </a:r>
        </a:p>
      </dsp:txBody>
      <dsp:txXfrm>
        <a:off x="0" y="772356"/>
        <a:ext cx="5916603" cy="385824"/>
      </dsp:txXfrm>
    </dsp:sp>
    <dsp:sp modelId="{0B1C2866-70B1-443D-95F2-4AC0947DD386}">
      <dsp:nvSpPr>
        <dsp:cNvPr id="0" name=""/>
        <dsp:cNvSpPr/>
      </dsp:nvSpPr>
      <dsp:spPr>
        <a:xfrm>
          <a:off x="0" y="1158181"/>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66D787-F9BF-464F-8045-D9D66345876F}">
      <dsp:nvSpPr>
        <dsp:cNvPr id="0" name=""/>
        <dsp:cNvSpPr/>
      </dsp:nvSpPr>
      <dsp:spPr>
        <a:xfrm>
          <a:off x="0" y="1158181"/>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Brand: brand_id(PK), name, logo</a:t>
          </a:r>
        </a:p>
      </dsp:txBody>
      <dsp:txXfrm>
        <a:off x="0" y="1158181"/>
        <a:ext cx="5916603" cy="385824"/>
      </dsp:txXfrm>
    </dsp:sp>
    <dsp:sp modelId="{C175A459-4B9C-425E-9B12-F120359127B3}">
      <dsp:nvSpPr>
        <dsp:cNvPr id="0" name=""/>
        <dsp:cNvSpPr/>
      </dsp:nvSpPr>
      <dsp:spPr>
        <a:xfrm>
          <a:off x="0" y="1544006"/>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A740F0-16B7-44EB-87AA-558E5AB74E65}">
      <dsp:nvSpPr>
        <dsp:cNvPr id="0" name=""/>
        <dsp:cNvSpPr/>
      </dsp:nvSpPr>
      <dsp:spPr>
        <a:xfrm>
          <a:off x="0" y="1544006"/>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Cart: cart_id(PK), users_id (FK-&gt;User), created-at</a:t>
          </a:r>
        </a:p>
      </dsp:txBody>
      <dsp:txXfrm>
        <a:off x="0" y="1544006"/>
        <a:ext cx="5916603" cy="385824"/>
      </dsp:txXfrm>
    </dsp:sp>
    <dsp:sp modelId="{C162A2CB-4D13-4BCA-8B6A-83CF6ADDA63F}">
      <dsp:nvSpPr>
        <dsp:cNvPr id="0" name=""/>
        <dsp:cNvSpPr/>
      </dsp:nvSpPr>
      <dsp:spPr>
        <a:xfrm>
          <a:off x="0" y="1929831"/>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82EA09-D52C-46C4-8D00-7E2D3D83D481}">
      <dsp:nvSpPr>
        <dsp:cNvPr id="0" name=""/>
        <dsp:cNvSpPr/>
      </dsp:nvSpPr>
      <dsp:spPr>
        <a:xfrm>
          <a:off x="0" y="1929831"/>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Review: review_id (pk), users_id(FK-&gt;User), product_id(FK-&gt;Products), rating(1-5), comment, review_date</a:t>
          </a:r>
        </a:p>
      </dsp:txBody>
      <dsp:txXfrm>
        <a:off x="0" y="1929831"/>
        <a:ext cx="5916603" cy="385824"/>
      </dsp:txXfrm>
    </dsp:sp>
    <dsp:sp modelId="{E53A2B92-8D49-4E0F-986A-C09DD03650C7}">
      <dsp:nvSpPr>
        <dsp:cNvPr id="0" name=""/>
        <dsp:cNvSpPr/>
      </dsp:nvSpPr>
      <dsp:spPr>
        <a:xfrm>
          <a:off x="0" y="2315656"/>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B8464F-FCAC-498F-9240-0EFA29747878}">
      <dsp:nvSpPr>
        <dsp:cNvPr id="0" name=""/>
        <dsp:cNvSpPr/>
      </dsp:nvSpPr>
      <dsp:spPr>
        <a:xfrm>
          <a:off x="0" y="2315656"/>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Order: order_id(PK), users_id(FK-&gt;User), order_date, status, total-amount, discount_id (FK-&gt;Discount, null)</a:t>
          </a:r>
        </a:p>
      </dsp:txBody>
      <dsp:txXfrm>
        <a:off x="0" y="2315656"/>
        <a:ext cx="5916603" cy="385824"/>
      </dsp:txXfrm>
    </dsp:sp>
    <dsp:sp modelId="{5A4ED032-D90E-4DA7-9CFF-EC7B4DCA9997}">
      <dsp:nvSpPr>
        <dsp:cNvPr id="0" name=""/>
        <dsp:cNvSpPr/>
      </dsp:nvSpPr>
      <dsp:spPr>
        <a:xfrm>
          <a:off x="0" y="2701481"/>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CDB616-0068-4D44-A4E0-5AFA4E2930A6}">
      <dsp:nvSpPr>
        <dsp:cNvPr id="0" name=""/>
        <dsp:cNvSpPr/>
      </dsp:nvSpPr>
      <dsp:spPr>
        <a:xfrm>
          <a:off x="0" y="2701481"/>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OrderDetails: order_details_id(PK), order_id(FK-&gt;Order), product_id(FK-&gt;Product), quantity, price</a:t>
          </a:r>
        </a:p>
      </dsp:txBody>
      <dsp:txXfrm>
        <a:off x="0" y="2701481"/>
        <a:ext cx="5916603" cy="385824"/>
      </dsp:txXfrm>
    </dsp:sp>
    <dsp:sp modelId="{FF3D1A8C-7EF4-477B-AFEC-EE3BD04478B5}">
      <dsp:nvSpPr>
        <dsp:cNvPr id="0" name=""/>
        <dsp:cNvSpPr/>
      </dsp:nvSpPr>
      <dsp:spPr>
        <a:xfrm>
          <a:off x="0" y="3087305"/>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06DEC4-5491-49E5-84BC-AC5AB6D061C7}">
      <dsp:nvSpPr>
        <dsp:cNvPr id="0" name=""/>
        <dsp:cNvSpPr/>
      </dsp:nvSpPr>
      <dsp:spPr>
        <a:xfrm>
          <a:off x="0" y="3087305"/>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Payment: payment_id(PK), order_id(FK-&gt;Order), payment_method(whish/cash on delivery), payment-status, transaction-date</a:t>
          </a:r>
        </a:p>
      </dsp:txBody>
      <dsp:txXfrm>
        <a:off x="0" y="3087305"/>
        <a:ext cx="5916603" cy="385824"/>
      </dsp:txXfrm>
    </dsp:sp>
    <dsp:sp modelId="{2DFBE4DF-41FC-4DBF-82F5-2F74277CA4B7}">
      <dsp:nvSpPr>
        <dsp:cNvPr id="0" name=""/>
        <dsp:cNvSpPr/>
      </dsp:nvSpPr>
      <dsp:spPr>
        <a:xfrm>
          <a:off x="0" y="3473130"/>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C9E058-3F27-42B8-B30D-D4C72FF19AF0}">
      <dsp:nvSpPr>
        <dsp:cNvPr id="0" name=""/>
        <dsp:cNvSpPr/>
      </dsp:nvSpPr>
      <dsp:spPr>
        <a:xfrm>
          <a:off x="0" y="3473130"/>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Supplier: supplier_id(PK), supplier-name, contact-info, address</a:t>
          </a:r>
        </a:p>
      </dsp:txBody>
      <dsp:txXfrm>
        <a:off x="0" y="3473130"/>
        <a:ext cx="5916603" cy="385824"/>
      </dsp:txXfrm>
    </dsp:sp>
    <dsp:sp modelId="{2A4A3024-F6DB-43BC-A4E5-01BED104E862}">
      <dsp:nvSpPr>
        <dsp:cNvPr id="0" name=""/>
        <dsp:cNvSpPr/>
      </dsp:nvSpPr>
      <dsp:spPr>
        <a:xfrm>
          <a:off x="0" y="3858955"/>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7D6ACD-E748-40DF-9EB7-B0F71C59537B}">
      <dsp:nvSpPr>
        <dsp:cNvPr id="0" name=""/>
        <dsp:cNvSpPr/>
      </dsp:nvSpPr>
      <dsp:spPr>
        <a:xfrm>
          <a:off x="0" y="3858955"/>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Discount: discount_id(pk), code, discount-percentage, start-date, end-date, status(active/inactive)</a:t>
          </a:r>
        </a:p>
      </dsp:txBody>
      <dsp:txXfrm>
        <a:off x="0" y="3858955"/>
        <a:ext cx="5916603" cy="385824"/>
      </dsp:txXfrm>
    </dsp:sp>
    <dsp:sp modelId="{39CB20E2-F98F-4A35-91A2-D3C31CC48582}">
      <dsp:nvSpPr>
        <dsp:cNvPr id="0" name=""/>
        <dsp:cNvSpPr/>
      </dsp:nvSpPr>
      <dsp:spPr>
        <a:xfrm>
          <a:off x="0" y="4244780"/>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D90481-C9BB-469D-8972-F20B52ED5A6D}">
      <dsp:nvSpPr>
        <dsp:cNvPr id="0" name=""/>
        <dsp:cNvSpPr/>
      </dsp:nvSpPr>
      <dsp:spPr>
        <a:xfrm>
          <a:off x="0" y="4244780"/>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Shipping: shipping_id(PK), order_id(FK-&gt;Order), shipping-address, tracking-number, shipping-status, delivery-name, delivery-number</a:t>
          </a:r>
        </a:p>
      </dsp:txBody>
      <dsp:txXfrm>
        <a:off x="0" y="4244780"/>
        <a:ext cx="5916603" cy="385824"/>
      </dsp:txXfrm>
    </dsp:sp>
    <dsp:sp modelId="{208C272C-3A7B-4286-9FA7-AF40E34C9B34}">
      <dsp:nvSpPr>
        <dsp:cNvPr id="0" name=""/>
        <dsp:cNvSpPr/>
      </dsp:nvSpPr>
      <dsp:spPr>
        <a:xfrm>
          <a:off x="0" y="4630605"/>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AE1878-6BA1-4EF0-A577-D6EEE5F50388}">
      <dsp:nvSpPr>
        <dsp:cNvPr id="0" name=""/>
        <dsp:cNvSpPr/>
      </dsp:nvSpPr>
      <dsp:spPr>
        <a:xfrm>
          <a:off x="0" y="4630605"/>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Cart-items: cart_items_id(PK), cart_id(FK-&gt;Cart), product_id(FK-&gt;Product), quantity</a:t>
          </a:r>
        </a:p>
      </dsp:txBody>
      <dsp:txXfrm>
        <a:off x="0" y="4630605"/>
        <a:ext cx="5916603" cy="385824"/>
      </dsp:txXfrm>
    </dsp:sp>
    <dsp:sp modelId="{3A7B21CC-E1D4-4118-AE0B-1E8DF642B32C}">
      <dsp:nvSpPr>
        <dsp:cNvPr id="0" name=""/>
        <dsp:cNvSpPr/>
      </dsp:nvSpPr>
      <dsp:spPr>
        <a:xfrm>
          <a:off x="0" y="5016430"/>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287480-A215-4242-9D97-0C22C44E4FF5}">
      <dsp:nvSpPr>
        <dsp:cNvPr id="0" name=""/>
        <dsp:cNvSpPr/>
      </dsp:nvSpPr>
      <dsp:spPr>
        <a:xfrm>
          <a:off x="0" y="5016430"/>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SupplyItems: supply_items_id(pk), supplier_id(fk-&gt;Supplier), product_id(fk-&gt;Product), quantity, price</a:t>
          </a:r>
        </a:p>
      </dsp:txBody>
      <dsp:txXfrm>
        <a:off x="0" y="5016430"/>
        <a:ext cx="5916603" cy="385824"/>
      </dsp:txXfrm>
    </dsp:sp>
    <dsp:sp modelId="{7C3EDF56-A9B2-4AE9-A4A6-BE534712CBF9}">
      <dsp:nvSpPr>
        <dsp:cNvPr id="0" name=""/>
        <dsp:cNvSpPr/>
      </dsp:nvSpPr>
      <dsp:spPr>
        <a:xfrm>
          <a:off x="0" y="5402255"/>
          <a:ext cx="59166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F6FA17-9355-4A9A-AA29-93594AD6C1D4}">
      <dsp:nvSpPr>
        <dsp:cNvPr id="0" name=""/>
        <dsp:cNvSpPr/>
      </dsp:nvSpPr>
      <dsp:spPr>
        <a:xfrm>
          <a:off x="0" y="5402255"/>
          <a:ext cx="5916603" cy="38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highlight>
                <a:srgbClr val="FFFF00"/>
              </a:highlight>
            </a:rPr>
            <a:t>NOTE: when creating the db tables M:N relations become also tables so that the tables here increased into 14</a:t>
          </a:r>
        </a:p>
      </dsp:txBody>
      <dsp:txXfrm>
        <a:off x="0" y="5402255"/>
        <a:ext cx="5916603" cy="3858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6C836-7B95-42AB-AC2D-14C96D7CE0CE}">
      <dsp:nvSpPr>
        <dsp:cNvPr id="0" name=""/>
        <dsp:cNvSpPr/>
      </dsp:nvSpPr>
      <dsp:spPr>
        <a:xfrm>
          <a:off x="210785" y="1270916"/>
          <a:ext cx="1335114" cy="133511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D77D93-0E78-416D-AC26-075305DE09BF}">
      <dsp:nvSpPr>
        <dsp:cNvPr id="0" name=""/>
        <dsp:cNvSpPr/>
      </dsp:nvSpPr>
      <dsp:spPr>
        <a:xfrm>
          <a:off x="491159" y="1551290"/>
          <a:ext cx="774366" cy="7743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7494BA-F4AB-4437-8957-E0EA42CCC389}">
      <dsp:nvSpPr>
        <dsp:cNvPr id="0" name=""/>
        <dsp:cNvSpPr/>
      </dsp:nvSpPr>
      <dsp:spPr>
        <a:xfrm>
          <a:off x="1831996" y="1270916"/>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Develop</a:t>
          </a:r>
          <a:r>
            <a:rPr lang="en-US" sz="2400" kern="1200" baseline="0"/>
            <a:t> AI-based recommendations</a:t>
          </a:r>
          <a:endParaRPr lang="en-US" sz="2400" kern="1200"/>
        </a:p>
      </dsp:txBody>
      <dsp:txXfrm>
        <a:off x="1831996" y="1270916"/>
        <a:ext cx="3147056" cy="1335114"/>
      </dsp:txXfrm>
    </dsp:sp>
    <dsp:sp modelId="{8C7D02FE-AE42-48D6-9E71-648A2078BFD8}">
      <dsp:nvSpPr>
        <dsp:cNvPr id="0" name=""/>
        <dsp:cNvSpPr/>
      </dsp:nvSpPr>
      <dsp:spPr>
        <a:xfrm>
          <a:off x="5527403" y="1270916"/>
          <a:ext cx="1335114" cy="133511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8C8871-01B2-4C40-BC07-40D40E39D1C6}">
      <dsp:nvSpPr>
        <dsp:cNvPr id="0" name=""/>
        <dsp:cNvSpPr/>
      </dsp:nvSpPr>
      <dsp:spPr>
        <a:xfrm>
          <a:off x="5807777" y="1551290"/>
          <a:ext cx="774366" cy="7743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D3429F-FF7D-4D07-A918-35D7E3D53592}">
      <dsp:nvSpPr>
        <dsp:cNvPr id="0" name=""/>
        <dsp:cNvSpPr/>
      </dsp:nvSpPr>
      <dsp:spPr>
        <a:xfrm>
          <a:off x="7148614" y="1270916"/>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Create a mobile application version for Android and iOS</a:t>
          </a:r>
        </a:p>
      </dsp:txBody>
      <dsp:txXfrm>
        <a:off x="7148614" y="1270916"/>
        <a:ext cx="3147056" cy="13351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20F5A-9EB2-4022-A699-162ABC453449}">
      <dsp:nvSpPr>
        <dsp:cNvPr id="0" name=""/>
        <dsp:cNvSpPr/>
      </dsp:nvSpPr>
      <dsp:spPr>
        <a:xfrm>
          <a:off x="1282" y="0"/>
          <a:ext cx="5001852" cy="387694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9964" tIns="330200" rIns="389964" bIns="330200" numCol="1" spcCol="1270" anchor="t" anchorCtr="0">
          <a:noAutofit/>
        </a:bodyPr>
        <a:lstStyle/>
        <a:p>
          <a:pPr marL="0" lvl="0" indent="0" algn="l" defTabSz="1155700">
            <a:lnSpc>
              <a:spcPct val="90000"/>
            </a:lnSpc>
            <a:spcBef>
              <a:spcPct val="0"/>
            </a:spcBef>
            <a:spcAft>
              <a:spcPct val="35000"/>
            </a:spcAft>
            <a:buNone/>
          </a:pPr>
          <a:r>
            <a:rPr lang="en-US" sz="2600" kern="1200"/>
            <a:t>Designing a responsive layout for all devices</a:t>
          </a:r>
        </a:p>
      </dsp:txBody>
      <dsp:txXfrm>
        <a:off x="1282" y="1473240"/>
        <a:ext cx="5001852" cy="2326168"/>
      </dsp:txXfrm>
    </dsp:sp>
    <dsp:sp modelId="{4ADAF6CB-737C-445D-AADA-B83C3EFD0ACB}">
      <dsp:nvSpPr>
        <dsp:cNvPr id="0" name=""/>
        <dsp:cNvSpPr/>
      </dsp:nvSpPr>
      <dsp:spPr>
        <a:xfrm>
          <a:off x="1920666" y="387694"/>
          <a:ext cx="1163084" cy="1163084"/>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679" tIns="12700" rIns="9067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090996" y="558024"/>
        <a:ext cx="822424" cy="822424"/>
      </dsp:txXfrm>
    </dsp:sp>
    <dsp:sp modelId="{E916AF32-0F02-460A-AFB7-485F82D5D705}">
      <dsp:nvSpPr>
        <dsp:cNvPr id="0" name=""/>
        <dsp:cNvSpPr/>
      </dsp:nvSpPr>
      <dsp:spPr>
        <a:xfrm>
          <a:off x="1282" y="3876876"/>
          <a:ext cx="5001852" cy="72"/>
        </a:xfrm>
        <a:prstGeom prst="rect">
          <a:avLst/>
        </a:prstGeom>
        <a:solidFill>
          <a:schemeClr val="accent5">
            <a:hueOff val="5803288"/>
            <a:satOff val="2564"/>
            <a:lumOff val="-2811"/>
            <a:alphaOff val="0"/>
          </a:schemeClr>
        </a:solidFill>
        <a:ln w="12700" cap="flat" cmpd="sng" algn="ctr">
          <a:solidFill>
            <a:schemeClr val="accent5">
              <a:hueOff val="5803288"/>
              <a:satOff val="2564"/>
              <a:lumOff val="-281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E2529B-D885-4C06-8F72-32320436FCAF}">
      <dsp:nvSpPr>
        <dsp:cNvPr id="0" name=""/>
        <dsp:cNvSpPr/>
      </dsp:nvSpPr>
      <dsp:spPr>
        <a:xfrm>
          <a:off x="5503320" y="0"/>
          <a:ext cx="5001852" cy="3876948"/>
        </a:xfrm>
        <a:prstGeom prst="rect">
          <a:avLst/>
        </a:prstGeom>
        <a:solidFill>
          <a:schemeClr val="accent5">
            <a:tint val="40000"/>
            <a:alpha val="90000"/>
            <a:hueOff val="17255696"/>
            <a:satOff val="-1258"/>
            <a:lumOff val="-1497"/>
            <a:alphaOff val="0"/>
          </a:schemeClr>
        </a:solidFill>
        <a:ln w="12700" cap="flat" cmpd="sng" algn="ctr">
          <a:solidFill>
            <a:schemeClr val="accent5">
              <a:tint val="40000"/>
              <a:alpha val="90000"/>
              <a:hueOff val="17255696"/>
              <a:satOff val="-1258"/>
              <a:lumOff val="-149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9964" tIns="330200" rIns="389964" bIns="330200" numCol="1" spcCol="1270" anchor="t" anchorCtr="0">
          <a:noAutofit/>
        </a:bodyPr>
        <a:lstStyle/>
        <a:p>
          <a:pPr marL="0" lvl="0" indent="0" algn="l" defTabSz="1155700">
            <a:lnSpc>
              <a:spcPct val="90000"/>
            </a:lnSpc>
            <a:spcBef>
              <a:spcPct val="0"/>
            </a:spcBef>
            <a:spcAft>
              <a:spcPct val="35000"/>
            </a:spcAft>
            <a:buNone/>
          </a:pPr>
          <a:r>
            <a:rPr lang="en-US" sz="2600" kern="1200"/>
            <a:t>Handling ajax features without page reload errors</a:t>
          </a:r>
        </a:p>
      </dsp:txBody>
      <dsp:txXfrm>
        <a:off x="5503320" y="1473240"/>
        <a:ext cx="5001852" cy="2326168"/>
      </dsp:txXfrm>
    </dsp:sp>
    <dsp:sp modelId="{CFD08F4B-D4F7-43B2-946A-09FCEA015EE0}">
      <dsp:nvSpPr>
        <dsp:cNvPr id="0" name=""/>
        <dsp:cNvSpPr/>
      </dsp:nvSpPr>
      <dsp:spPr>
        <a:xfrm>
          <a:off x="7422704" y="387694"/>
          <a:ext cx="1163084" cy="1163084"/>
        </a:xfrm>
        <a:prstGeom prst="ellipse">
          <a:avLst/>
        </a:prstGeom>
        <a:solidFill>
          <a:schemeClr val="accent5">
            <a:hueOff val="11606576"/>
            <a:satOff val="5128"/>
            <a:lumOff val="-5621"/>
            <a:alphaOff val="0"/>
          </a:schemeClr>
        </a:solidFill>
        <a:ln w="12700" cap="flat" cmpd="sng" algn="ctr">
          <a:solidFill>
            <a:schemeClr val="accent5">
              <a:hueOff val="11606576"/>
              <a:satOff val="5128"/>
              <a:lumOff val="-56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679" tIns="12700" rIns="9067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7593034" y="558024"/>
        <a:ext cx="822424" cy="822424"/>
      </dsp:txXfrm>
    </dsp:sp>
    <dsp:sp modelId="{BCAB0149-3077-4E7A-B342-EC1425BF86FD}">
      <dsp:nvSpPr>
        <dsp:cNvPr id="0" name=""/>
        <dsp:cNvSpPr/>
      </dsp:nvSpPr>
      <dsp:spPr>
        <a:xfrm>
          <a:off x="5503320" y="3876876"/>
          <a:ext cx="5001852" cy="72"/>
        </a:xfrm>
        <a:prstGeom prst="rect">
          <a:avLst/>
        </a:prstGeom>
        <a:solidFill>
          <a:schemeClr val="accent5">
            <a:hueOff val="17409864"/>
            <a:satOff val="7692"/>
            <a:lumOff val="-8432"/>
            <a:alphaOff val="0"/>
          </a:schemeClr>
        </a:solidFill>
        <a:ln w="12700" cap="flat" cmpd="sng" algn="ctr">
          <a:solidFill>
            <a:schemeClr val="accent5">
              <a:hueOff val="17409864"/>
              <a:satOff val="7692"/>
              <a:lumOff val="-84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12/31/2025</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12/31/2025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egoe UI" panose="020B0502040204020203" pitchFamily="34" charset="0"/>
            </a:endParaRPr>
          </a:p>
          <a:p>
            <a:r>
              <a:rPr lang="en-US" dirty="0"/>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1</a:t>
            </a:fld>
            <a:endParaRPr lang="en-US" dirty="0"/>
          </a:p>
        </p:txBody>
      </p:sp>
    </p:spTree>
    <p:extLst>
      <p:ext uri="{BB962C8B-B14F-4D97-AF65-F5344CB8AC3E}">
        <p14:creationId xmlns:p14="http://schemas.microsoft.com/office/powerpoint/2010/main" val="270320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69640417"/>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81258753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dirty="0"/>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dirty="0"/>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226108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dirty="0"/>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dirty="0"/>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transition spd="slow">
    <p:wipe/>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1.xml"/><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C4E306-BC28-4A7B-871B-1926F6FA6E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C3ECC9B4-989C-4F71-A6BC-DEBC1D9FD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452322" cy="6858000"/>
          </a:xfrm>
          <a:custGeom>
            <a:avLst/>
            <a:gdLst>
              <a:gd name="connsiteX0" fmla="*/ 0 w 8452322"/>
              <a:gd name="connsiteY0" fmla="*/ 0 h 6858000"/>
              <a:gd name="connsiteX1" fmla="*/ 7447992 w 8452322"/>
              <a:gd name="connsiteY1" fmla="*/ 0 h 6858000"/>
              <a:gd name="connsiteX2" fmla="*/ 7501089 w 8452322"/>
              <a:gd name="connsiteY2" fmla="*/ 79009 h 6858000"/>
              <a:gd name="connsiteX3" fmla="*/ 8452322 w 8452322"/>
              <a:gd name="connsiteY3" fmla="*/ 3429001 h 6858000"/>
              <a:gd name="connsiteX4" fmla="*/ 7501089 w 8452322"/>
              <a:gd name="connsiteY4" fmla="*/ 6778993 h 6858000"/>
              <a:gd name="connsiteX5" fmla="*/ 7447994 w 8452322"/>
              <a:gd name="connsiteY5" fmla="*/ 6858000 h 6858000"/>
              <a:gd name="connsiteX6" fmla="*/ 0 w 845232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52322" h="6858000">
                <a:moveTo>
                  <a:pt x="0" y="0"/>
                </a:moveTo>
                <a:lnTo>
                  <a:pt x="7447992" y="0"/>
                </a:lnTo>
                <a:lnTo>
                  <a:pt x="7501089" y="79009"/>
                </a:lnTo>
                <a:cubicBezTo>
                  <a:pt x="8098524" y="1013167"/>
                  <a:pt x="8452322" y="2172770"/>
                  <a:pt x="8452322" y="3429001"/>
                </a:cubicBezTo>
                <a:cubicBezTo>
                  <a:pt x="8452322" y="4685233"/>
                  <a:pt x="8098524" y="5844836"/>
                  <a:pt x="7501089" y="6778993"/>
                </a:cubicBezTo>
                <a:lnTo>
                  <a:pt x="7447994"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7948E8DE-A931-4EF0-BE1D-F10274740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443572" cy="6858000"/>
          </a:xfrm>
          <a:custGeom>
            <a:avLst/>
            <a:gdLst>
              <a:gd name="connsiteX0" fmla="*/ 0 w 8443572"/>
              <a:gd name="connsiteY0" fmla="*/ 0 h 6858000"/>
              <a:gd name="connsiteX1" fmla="*/ 7439242 w 8443572"/>
              <a:gd name="connsiteY1" fmla="*/ 0 h 6858000"/>
              <a:gd name="connsiteX2" fmla="*/ 7492339 w 8443572"/>
              <a:gd name="connsiteY2" fmla="*/ 79009 h 6858000"/>
              <a:gd name="connsiteX3" fmla="*/ 8443572 w 8443572"/>
              <a:gd name="connsiteY3" fmla="*/ 3429001 h 6858000"/>
              <a:gd name="connsiteX4" fmla="*/ 7492339 w 8443572"/>
              <a:gd name="connsiteY4" fmla="*/ 6778993 h 6858000"/>
              <a:gd name="connsiteX5" fmla="*/ 7439244 w 8443572"/>
              <a:gd name="connsiteY5" fmla="*/ 6858000 h 6858000"/>
              <a:gd name="connsiteX6" fmla="*/ 0 w 844357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43572" h="6858000">
                <a:moveTo>
                  <a:pt x="0" y="0"/>
                </a:moveTo>
                <a:lnTo>
                  <a:pt x="7439242" y="0"/>
                </a:lnTo>
                <a:lnTo>
                  <a:pt x="7492339" y="79009"/>
                </a:lnTo>
                <a:cubicBezTo>
                  <a:pt x="8089774" y="1013167"/>
                  <a:pt x="8443572" y="2172770"/>
                  <a:pt x="8443572" y="3429001"/>
                </a:cubicBezTo>
                <a:cubicBezTo>
                  <a:pt x="8443572" y="4685233"/>
                  <a:pt x="8089774" y="5844836"/>
                  <a:pt x="7492339" y="6778993"/>
                </a:cubicBezTo>
                <a:lnTo>
                  <a:pt x="743924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a:xfrm>
            <a:off x="616893" y="1238250"/>
            <a:ext cx="7003107" cy="4381500"/>
          </a:xfrm>
        </p:spPr>
        <p:txBody>
          <a:bodyPr anchor="ctr">
            <a:normAutofit/>
          </a:bodyPr>
          <a:lstStyle/>
          <a:p>
            <a:pPr algn="l"/>
            <a:r>
              <a:rPr lang="en-US" sz="7200" dirty="0"/>
              <a:t>CSCI490-Senior Presentation</a:t>
            </a:r>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8791575" y="1238250"/>
            <a:ext cx="3000375" cy="4381500"/>
          </a:xfrm>
          <a:solidFill>
            <a:schemeClr val="tx1">
              <a:lumMod val="75000"/>
              <a:lumOff val="25000"/>
            </a:schemeClr>
          </a:solidFill>
        </p:spPr>
        <p:txBody>
          <a:bodyPr anchor="ctr">
            <a:normAutofit/>
          </a:bodyPr>
          <a:lstStyle/>
          <a:p>
            <a:pPr algn="l"/>
            <a:r>
              <a:rPr lang="en-US" dirty="0"/>
              <a:t>Rozan Youssef El Majzoub</a:t>
            </a:r>
          </a:p>
          <a:p>
            <a:pPr algn="l"/>
            <a:r>
              <a:rPr lang="en-US" dirty="0"/>
              <a:t>Dr. Walid Amer</a:t>
            </a:r>
          </a:p>
          <a:p>
            <a:pPr algn="l"/>
            <a:r>
              <a:rPr lang="en-US" dirty="0"/>
              <a:t>LIU-Department of Computer Science</a:t>
            </a:r>
          </a:p>
        </p:txBody>
      </p:sp>
      <p:sp>
        <p:nvSpPr>
          <p:cNvPr id="14" name="Rectangle 13">
            <a:extLst>
              <a:ext uri="{FF2B5EF4-FFF2-40B4-BE49-F238E27FC236}">
                <a16:creationId xmlns:a16="http://schemas.microsoft.com/office/drawing/2014/main" id="{B0E4BB4F-99AB-4C4E-A763-C5AC5273D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27916"/>
            <a:ext cx="128016" cy="1188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73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4141C1E-7FB9-4FD0-9195-B9ADFD18ADC1}"/>
              </a:ext>
            </a:extLst>
          </p:cNvPr>
          <p:cNvSpPr>
            <a:spLocks noGrp="1"/>
          </p:cNvSpPr>
          <p:nvPr>
            <p:ph idx="1"/>
          </p:nvPr>
        </p:nvSpPr>
        <p:spPr/>
        <p:txBody>
          <a:bodyPr/>
          <a:lstStyle/>
          <a:p>
            <a:r>
              <a:rPr lang="en-US" dirty="0"/>
              <a:t>My project, Class &amp; Tech, is an online e-commerce website designed to give users a simple, fast, and reliable way to browse and purchase. Customers nowadays prefer to shop online for convenience and variety. In this way, we achieve what attracts all ages, we combine the convenience of online shopping with the experience of physical store.</a:t>
            </a:r>
          </a:p>
        </p:txBody>
      </p:sp>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2</a:t>
            </a:fld>
            <a:endParaRPr lang="en-US" dirty="0"/>
          </a:p>
        </p:txBody>
      </p:sp>
      <p:pic>
        <p:nvPicPr>
          <p:cNvPr id="8" name="Picture Placeholder 7" descr="A white logo with a black background&#10;&#10;Description automatically generated">
            <a:extLst>
              <a:ext uri="{FF2B5EF4-FFF2-40B4-BE49-F238E27FC236}">
                <a16:creationId xmlns:a16="http://schemas.microsoft.com/office/drawing/2014/main" id="{E3650D37-ADCF-187A-D34C-977C09B29479}"/>
              </a:ext>
            </a:extLst>
          </p:cNvPr>
          <p:cNvPicPr>
            <a:picLocks noGrp="1" noChangeAspect="1"/>
          </p:cNvPicPr>
          <p:nvPr>
            <p:ph type="pic" sz="quarter" idx="14"/>
          </p:nvPr>
        </p:nvPicPr>
        <p:blipFill>
          <a:blip r:embed="rId2"/>
          <a:srcRect t="4323" b="4323"/>
          <a:stretch>
            <a:fillRect/>
          </a:stretch>
        </p:blipFill>
        <p:spPr>
          <a:xfrm>
            <a:off x="7360326" y="1367028"/>
            <a:ext cx="4507992" cy="4123944"/>
          </a:xfrm>
        </p:spPr>
      </p:pic>
    </p:spTree>
    <p:extLst>
      <p:ext uri="{BB962C8B-B14F-4D97-AF65-F5344CB8AC3E}">
        <p14:creationId xmlns:p14="http://schemas.microsoft.com/office/powerpoint/2010/main" val="14713846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a:t>Objectives </a:t>
            </a:r>
            <a:endParaRPr lang="en-US" dirty="0"/>
          </a:p>
        </p:txBody>
      </p:sp>
      <p:graphicFrame>
        <p:nvGraphicFramePr>
          <p:cNvPr id="22" name="Content Placeholder 2">
            <a:extLst>
              <a:ext uri="{FF2B5EF4-FFF2-40B4-BE49-F238E27FC236}">
                <a16:creationId xmlns:a16="http://schemas.microsoft.com/office/drawing/2014/main" id="{070B491E-3045-A52D-33D4-CD47C5F97C60}"/>
              </a:ext>
            </a:extLst>
          </p:cNvPr>
          <p:cNvGraphicFramePr>
            <a:graphicFrameLocks noGrp="1"/>
          </p:cNvGraphicFramePr>
          <p:nvPr>
            <p:ph idx="1"/>
          </p:nvPr>
        </p:nvGraphicFramePr>
        <p:xfrm>
          <a:off x="612648" y="3355848"/>
          <a:ext cx="6272784" cy="2825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3</a:t>
            </a:fld>
            <a:endParaRPr lang="en-US" dirty="0"/>
          </a:p>
        </p:txBody>
      </p:sp>
    </p:spTree>
    <p:extLst>
      <p:ext uri="{BB962C8B-B14F-4D97-AF65-F5344CB8AC3E}">
        <p14:creationId xmlns:p14="http://schemas.microsoft.com/office/powerpoint/2010/main" val="238435618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a:xfrm>
            <a:off x="841248" y="256032"/>
            <a:ext cx="10506456" cy="1014984"/>
          </a:xfrm>
        </p:spPr>
        <p:txBody>
          <a:bodyPr anchor="b">
            <a:normAutofit/>
          </a:bodyPr>
          <a:lstStyle/>
          <a:p>
            <a:r>
              <a:rPr lang="en-US" dirty="0"/>
              <a:t>Technologies Used</a:t>
            </a:r>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Slide Number Placeholder 5">
            <a:extLst>
              <a:ext uri="{FF2B5EF4-FFF2-40B4-BE49-F238E27FC236}">
                <a16:creationId xmlns:a16="http://schemas.microsoft.com/office/drawing/2014/main" id="{27357B90-43D4-43A9-9C2B-156AED8FFFEC}"/>
              </a:ext>
            </a:extLst>
          </p:cNvPr>
          <p:cNvSpPr>
            <a:spLocks noGrp="1"/>
          </p:cNvSpPr>
          <p:nvPr>
            <p:ph type="sldNum" sz="quarter" idx="12"/>
          </p:nvPr>
        </p:nvSpPr>
        <p:spPr>
          <a:xfrm>
            <a:off x="8873254" y="6356350"/>
            <a:ext cx="2477498" cy="365125"/>
          </a:xfrm>
        </p:spPr>
        <p:txBody>
          <a:bodyPr>
            <a:normAutofit/>
          </a:bodyPr>
          <a:lstStyle/>
          <a:p>
            <a:pPr>
              <a:spcAft>
                <a:spcPts val="600"/>
              </a:spcAft>
            </a:pPr>
            <a:fld id="{A65A5C87-DF58-40C8-B092-1DE63DB4547E}" type="slidenum">
              <a:rPr lang="en-US" smtClean="0"/>
              <a:pPr>
                <a:spcAft>
                  <a:spcPts val="600"/>
                </a:spcAft>
              </a:pPr>
              <a:t>4</a:t>
            </a:fld>
            <a:endParaRPr lang="en-US"/>
          </a:p>
        </p:txBody>
      </p:sp>
      <p:graphicFrame>
        <p:nvGraphicFramePr>
          <p:cNvPr id="12" name="Content Placeholder 3">
            <a:extLst>
              <a:ext uri="{FF2B5EF4-FFF2-40B4-BE49-F238E27FC236}">
                <a16:creationId xmlns:a16="http://schemas.microsoft.com/office/drawing/2014/main" id="{13814E5C-7F6E-BFE5-3A4B-DF4F4B77F66A}"/>
              </a:ext>
            </a:extLst>
          </p:cNvPr>
          <p:cNvGraphicFramePr>
            <a:graphicFrameLocks noGrp="1"/>
          </p:cNvGraphicFramePr>
          <p:nvPr>
            <p:ph idx="1"/>
            <p:extLst>
              <p:ext uri="{D42A27DB-BD31-4B8C-83A1-F6EECF244321}">
                <p14:modId xmlns:p14="http://schemas.microsoft.com/office/powerpoint/2010/main" val="354218317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635360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 name="Rectangle 81">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4" name="Rectangle 83">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5" name="Rectangle 84">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B0F4F4-2D82-2466-9548-11715D5CDE96}"/>
              </a:ext>
            </a:extLst>
          </p:cNvPr>
          <p:cNvSpPr>
            <a:spLocks noGrp="1"/>
          </p:cNvSpPr>
          <p:nvPr>
            <p:ph type="title"/>
          </p:nvPr>
        </p:nvSpPr>
        <p:spPr>
          <a:xfrm>
            <a:off x="841248" y="510047"/>
            <a:ext cx="3300984" cy="1645920"/>
          </a:xfrm>
        </p:spPr>
        <p:txBody>
          <a:bodyPr vert="horz" lIns="91440" tIns="45720" rIns="91440" bIns="45720" rtlCol="0" anchor="ctr">
            <a:normAutofit/>
          </a:bodyPr>
          <a:lstStyle/>
          <a:p>
            <a:r>
              <a:rPr lang="en-US" dirty="0"/>
              <a:t>Story Board</a:t>
            </a:r>
          </a:p>
        </p:txBody>
      </p:sp>
      <p:sp>
        <p:nvSpPr>
          <p:cNvPr id="86" name="Rectangle 85">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02736" y="1328435"/>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Placeholder 9">
            <a:extLst>
              <a:ext uri="{FF2B5EF4-FFF2-40B4-BE49-F238E27FC236}">
                <a16:creationId xmlns:a16="http://schemas.microsoft.com/office/drawing/2014/main" id="{9EF0A68D-F77C-8BA3-B960-9D2577C5BDEA}"/>
              </a:ext>
            </a:extLst>
          </p:cNvPr>
          <p:cNvSpPr>
            <a:spLocks noGrp="1"/>
          </p:cNvSpPr>
          <p:nvPr>
            <p:ph type="body" sz="quarter" idx="22"/>
          </p:nvPr>
        </p:nvSpPr>
        <p:spPr>
          <a:xfrm>
            <a:off x="4581144" y="510047"/>
            <a:ext cx="6858000" cy="1645920"/>
          </a:xfrm>
        </p:spPr>
        <p:txBody>
          <a:bodyPr vert="horz" lIns="91440" tIns="45720" rIns="91440" bIns="45720" rtlCol="0" anchor="ctr">
            <a:normAutofit/>
          </a:bodyPr>
          <a:lstStyle/>
          <a:p>
            <a:pPr marL="342900" indent="-228600">
              <a:lnSpc>
                <a:spcPct val="100000"/>
              </a:lnSpc>
              <a:buFont typeface="Arial" panose="020B0604020202020204" pitchFamily="34" charset="0"/>
              <a:buChar char="•"/>
            </a:pPr>
            <a:r>
              <a:rPr lang="en-US" sz="1800"/>
              <a:t>Homepage with logo and products listing</a:t>
            </a:r>
          </a:p>
          <a:p>
            <a:pPr marL="342900" indent="-228600">
              <a:lnSpc>
                <a:spcPct val="100000"/>
              </a:lnSpc>
              <a:buFont typeface="Arial" panose="020B0604020202020204" pitchFamily="34" charset="0"/>
              <a:buChar char="•"/>
            </a:pPr>
            <a:r>
              <a:rPr lang="en-US" sz="1800"/>
              <a:t>Products details page</a:t>
            </a:r>
          </a:p>
          <a:p>
            <a:pPr marL="342900" indent="-228600">
              <a:lnSpc>
                <a:spcPct val="100000"/>
              </a:lnSpc>
              <a:buFont typeface="Arial" panose="020B0604020202020204" pitchFamily="34" charset="0"/>
              <a:buChar char="•"/>
            </a:pPr>
            <a:r>
              <a:rPr lang="en-US" sz="1800"/>
              <a:t>Login &amp; register forms</a:t>
            </a:r>
          </a:p>
          <a:p>
            <a:pPr marL="342900" indent="-228600">
              <a:lnSpc>
                <a:spcPct val="100000"/>
              </a:lnSpc>
              <a:buFont typeface="Arial" panose="020B0604020202020204" pitchFamily="34" charset="0"/>
              <a:buChar char="•"/>
            </a:pPr>
            <a:r>
              <a:rPr lang="en-US" sz="1800"/>
              <a:t>Cart &amp; checkout page</a:t>
            </a:r>
          </a:p>
        </p:txBody>
      </p:sp>
      <p:pic>
        <p:nvPicPr>
          <p:cNvPr id="23" name="Picture Placeholder 22" descr="A screenshot of a website&#10;&#10;Description automatically generated">
            <a:extLst>
              <a:ext uri="{FF2B5EF4-FFF2-40B4-BE49-F238E27FC236}">
                <a16:creationId xmlns:a16="http://schemas.microsoft.com/office/drawing/2014/main" id="{5418E010-4A8E-936D-103E-6AC6305B5295}"/>
              </a:ext>
            </a:extLst>
          </p:cNvPr>
          <p:cNvPicPr>
            <a:picLocks noGrp="1" noChangeAspect="1"/>
          </p:cNvPicPr>
          <p:nvPr>
            <p:ph type="pic" sz="quarter" idx="14"/>
          </p:nvPr>
        </p:nvPicPr>
        <p:blipFill>
          <a:blip r:embed="rId2"/>
          <a:srcRect r="-1" b="15187"/>
          <a:stretch>
            <a:fillRect/>
          </a:stretch>
        </p:blipFill>
        <p:spPr>
          <a:xfrm>
            <a:off x="1001099" y="2422828"/>
            <a:ext cx="2743200" cy="3881602"/>
          </a:xfrm>
          <a:prstGeom prst="rect">
            <a:avLst/>
          </a:prstGeom>
        </p:spPr>
      </p:pic>
      <p:pic>
        <p:nvPicPr>
          <p:cNvPr id="25" name="Picture Placeholder 24" descr="A screenshot of a login screen&#10;&#10;Description automatically generated">
            <a:extLst>
              <a:ext uri="{FF2B5EF4-FFF2-40B4-BE49-F238E27FC236}">
                <a16:creationId xmlns:a16="http://schemas.microsoft.com/office/drawing/2014/main" id="{D73A164C-A972-A36D-39CE-6AF5298CFA15}"/>
              </a:ext>
            </a:extLst>
          </p:cNvPr>
          <p:cNvPicPr>
            <a:picLocks noGrp="1" noChangeAspect="1"/>
          </p:cNvPicPr>
          <p:nvPr>
            <p:ph type="pic" sz="quarter" idx="21"/>
          </p:nvPr>
        </p:nvPicPr>
        <p:blipFill>
          <a:blip r:embed="rId3"/>
          <a:srcRect l="5161" r="5161"/>
          <a:stretch>
            <a:fillRect/>
          </a:stretch>
        </p:blipFill>
        <p:spPr>
          <a:xfrm>
            <a:off x="4347599" y="2942376"/>
            <a:ext cx="3584448" cy="2967484"/>
          </a:xfrm>
          <a:prstGeom prst="rect">
            <a:avLst/>
          </a:prstGeom>
        </p:spPr>
      </p:pic>
      <p:pic>
        <p:nvPicPr>
          <p:cNvPr id="27" name="Picture 26" descr="A screenshot of a website&#10;&#10;Description automatically generated">
            <a:extLst>
              <a:ext uri="{FF2B5EF4-FFF2-40B4-BE49-F238E27FC236}">
                <a16:creationId xmlns:a16="http://schemas.microsoft.com/office/drawing/2014/main" id="{1C4FDD70-DD14-6771-1F3D-C4F5E69A5D63}"/>
              </a:ext>
            </a:extLst>
          </p:cNvPr>
          <p:cNvPicPr>
            <a:picLocks noChangeAspect="1"/>
          </p:cNvPicPr>
          <p:nvPr/>
        </p:nvPicPr>
        <p:blipFill>
          <a:blip r:embed="rId4"/>
          <a:stretch>
            <a:fillRect/>
          </a:stretch>
        </p:blipFill>
        <p:spPr>
          <a:xfrm>
            <a:off x="8137415" y="2942376"/>
            <a:ext cx="3584448" cy="2967484"/>
          </a:xfrm>
          <a:prstGeom prst="rect">
            <a:avLst/>
          </a:prstGeom>
        </p:spPr>
      </p:pic>
      <p:sp>
        <p:nvSpPr>
          <p:cNvPr id="8" name="Slide Number Placeholder 7">
            <a:extLst>
              <a:ext uri="{FF2B5EF4-FFF2-40B4-BE49-F238E27FC236}">
                <a16:creationId xmlns:a16="http://schemas.microsoft.com/office/drawing/2014/main" id="{99C2AB3E-70A5-11A5-8410-4D1A7707F76F}"/>
              </a:ext>
            </a:extLst>
          </p:cNvPr>
          <p:cNvSpPr>
            <a:spLocks noGrp="1"/>
          </p:cNvSpPr>
          <p:nvPr>
            <p:ph type="sldNum" sz="quarter" idx="20"/>
          </p:nvPr>
        </p:nvSpPr>
        <p:spPr>
          <a:xfrm>
            <a:off x="8610600" y="6356350"/>
            <a:ext cx="2828544" cy="365125"/>
          </a:xfrm>
        </p:spPr>
        <p:txBody>
          <a:bodyPr vert="horz" lIns="91440" tIns="45720" rIns="91440" bIns="45720" rtlCol="0" anchor="ctr">
            <a:normAutofit/>
          </a:bodyPr>
          <a:lstStyle/>
          <a:p>
            <a:pPr>
              <a:spcAft>
                <a:spcPts val="600"/>
              </a:spcAft>
            </a:pPr>
            <a:fld id="{A65A5C87-DF58-40C8-B092-1DE63DB4547E}" type="slidenum">
              <a:rPr lang="en-US"/>
              <a:pPr>
                <a:spcAft>
                  <a:spcPts val="600"/>
                </a:spcAft>
              </a:pPr>
              <a:t>5</a:t>
            </a:fld>
            <a:endParaRPr lang="en-US"/>
          </a:p>
        </p:txBody>
      </p:sp>
    </p:spTree>
    <p:extLst>
      <p:ext uri="{BB962C8B-B14F-4D97-AF65-F5344CB8AC3E}">
        <p14:creationId xmlns:p14="http://schemas.microsoft.com/office/powerpoint/2010/main" val="290473030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A52B99F1-B2DC-437E-A8A1-A57F2F29F8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684398"/>
            <a:ext cx="11167447" cy="520604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27E4E0-8EA9-DF53-0B79-73DFB69A0150}"/>
              </a:ext>
            </a:extLst>
          </p:cNvPr>
          <p:cNvSpPr>
            <a:spLocks noGrp="1"/>
          </p:cNvSpPr>
          <p:nvPr>
            <p:ph type="title"/>
          </p:nvPr>
        </p:nvSpPr>
        <p:spPr>
          <a:xfrm>
            <a:off x="562842" y="697673"/>
            <a:ext cx="3669704" cy="704088"/>
          </a:xfrm>
        </p:spPr>
        <p:txBody>
          <a:bodyPr vert="horz" lIns="91440" tIns="45720" rIns="91440" bIns="45720" rtlCol="0" anchor="ctr">
            <a:normAutofit/>
          </a:bodyPr>
          <a:lstStyle/>
          <a:p>
            <a:r>
              <a:rPr lang="en-US" sz="4000" dirty="0"/>
              <a:t>ERD</a:t>
            </a:r>
          </a:p>
        </p:txBody>
      </p:sp>
      <p:sp>
        <p:nvSpPr>
          <p:cNvPr id="28" name="Rectangle 27">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935374"/>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1134282-2FC4-C470-B9E9-9A65D5EF0E16}"/>
              </a:ext>
            </a:extLst>
          </p:cNvPr>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6</a:t>
            </a:fld>
            <a:endParaRPr lang="en-US" dirty="0"/>
          </a:p>
        </p:txBody>
      </p:sp>
      <p:sp>
        <p:nvSpPr>
          <p:cNvPr id="8" name="Flowchart: Alternate Process 7">
            <a:extLst>
              <a:ext uri="{FF2B5EF4-FFF2-40B4-BE49-F238E27FC236}">
                <a16:creationId xmlns:a16="http://schemas.microsoft.com/office/drawing/2014/main" id="{24ED701C-DAC2-2918-4BDB-1AA6BB8A5D16}"/>
              </a:ext>
            </a:extLst>
          </p:cNvPr>
          <p:cNvSpPr/>
          <p:nvPr/>
        </p:nvSpPr>
        <p:spPr>
          <a:xfrm>
            <a:off x="6012971" y="564385"/>
            <a:ext cx="1634122" cy="212376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378191F-3D4C-AC0F-5CCD-58D160FC65AF}"/>
              </a:ext>
            </a:extLst>
          </p:cNvPr>
          <p:cNvCxnSpPr/>
          <p:nvPr/>
        </p:nvCxnSpPr>
        <p:spPr>
          <a:xfrm>
            <a:off x="6012972" y="1064397"/>
            <a:ext cx="1634121" cy="0"/>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F49DD00-D55D-4E97-5003-00484B69C52C}"/>
              </a:ext>
            </a:extLst>
          </p:cNvPr>
          <p:cNvSpPr txBox="1"/>
          <p:nvPr/>
        </p:nvSpPr>
        <p:spPr>
          <a:xfrm>
            <a:off x="6215954" y="655887"/>
            <a:ext cx="1193636" cy="369332"/>
          </a:xfrm>
          <a:prstGeom prst="rect">
            <a:avLst/>
          </a:prstGeom>
          <a:noFill/>
        </p:spPr>
        <p:txBody>
          <a:bodyPr wrap="square" rtlCol="0">
            <a:spAutoFit/>
          </a:bodyPr>
          <a:lstStyle/>
          <a:p>
            <a:pPr algn="ctr"/>
            <a:r>
              <a:rPr lang="en-US" dirty="0"/>
              <a:t>User</a:t>
            </a:r>
          </a:p>
        </p:txBody>
      </p:sp>
      <p:sp>
        <p:nvSpPr>
          <p:cNvPr id="14" name="TextBox 13">
            <a:extLst>
              <a:ext uri="{FF2B5EF4-FFF2-40B4-BE49-F238E27FC236}">
                <a16:creationId xmlns:a16="http://schemas.microsoft.com/office/drawing/2014/main" id="{CBA29BA6-CC94-E9F4-4331-C9596C34D35E}"/>
              </a:ext>
            </a:extLst>
          </p:cNvPr>
          <p:cNvSpPr txBox="1"/>
          <p:nvPr/>
        </p:nvSpPr>
        <p:spPr>
          <a:xfrm>
            <a:off x="6169086" y="1138922"/>
            <a:ext cx="1321892" cy="1277273"/>
          </a:xfrm>
          <a:prstGeom prst="rect">
            <a:avLst/>
          </a:prstGeom>
          <a:noFill/>
        </p:spPr>
        <p:txBody>
          <a:bodyPr wrap="square" rtlCol="0">
            <a:spAutoFit/>
          </a:bodyPr>
          <a:lstStyle/>
          <a:p>
            <a:r>
              <a:rPr lang="en-US" sz="1100" dirty="0"/>
              <a:t>users_id(pk)</a:t>
            </a:r>
          </a:p>
          <a:p>
            <a:r>
              <a:rPr lang="en-US" sz="1100" dirty="0"/>
              <a:t>email(unique)</a:t>
            </a:r>
          </a:p>
          <a:p>
            <a:r>
              <a:rPr lang="en-US" sz="1100" dirty="0"/>
              <a:t>name</a:t>
            </a:r>
          </a:p>
          <a:p>
            <a:r>
              <a:rPr lang="en-US" sz="1100" dirty="0"/>
              <a:t>number</a:t>
            </a:r>
          </a:p>
          <a:p>
            <a:r>
              <a:rPr lang="en-US" sz="1100" dirty="0"/>
              <a:t>password</a:t>
            </a:r>
          </a:p>
          <a:p>
            <a:r>
              <a:rPr lang="en-US" sz="1100" dirty="0"/>
              <a:t>address</a:t>
            </a:r>
          </a:p>
          <a:p>
            <a:r>
              <a:rPr lang="en-US" sz="1100" dirty="0"/>
              <a:t>type</a:t>
            </a:r>
          </a:p>
        </p:txBody>
      </p:sp>
      <p:sp>
        <p:nvSpPr>
          <p:cNvPr id="16" name="Flowchart: Alternate Process 15">
            <a:extLst>
              <a:ext uri="{FF2B5EF4-FFF2-40B4-BE49-F238E27FC236}">
                <a16:creationId xmlns:a16="http://schemas.microsoft.com/office/drawing/2014/main" id="{B167F3CF-8017-CCDA-C89B-F7612A924F22}"/>
              </a:ext>
            </a:extLst>
          </p:cNvPr>
          <p:cNvSpPr/>
          <p:nvPr/>
        </p:nvSpPr>
        <p:spPr>
          <a:xfrm>
            <a:off x="764065" y="1859913"/>
            <a:ext cx="1564313" cy="205180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517B810D-02C0-C323-1841-51BCBCA7958E}"/>
              </a:ext>
            </a:extLst>
          </p:cNvPr>
          <p:cNvCxnSpPr>
            <a:cxnSpLocks/>
          </p:cNvCxnSpPr>
          <p:nvPr/>
        </p:nvCxnSpPr>
        <p:spPr>
          <a:xfrm>
            <a:off x="764065" y="2153264"/>
            <a:ext cx="1564313" cy="0"/>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678948B-2730-C0E9-B350-7EAEA4EB6966}"/>
              </a:ext>
            </a:extLst>
          </p:cNvPr>
          <p:cNvSpPr txBox="1"/>
          <p:nvPr/>
        </p:nvSpPr>
        <p:spPr>
          <a:xfrm>
            <a:off x="991681" y="1807863"/>
            <a:ext cx="1109079" cy="369332"/>
          </a:xfrm>
          <a:prstGeom prst="rect">
            <a:avLst/>
          </a:prstGeom>
          <a:noFill/>
        </p:spPr>
        <p:txBody>
          <a:bodyPr wrap="square" rtlCol="0">
            <a:spAutoFit/>
          </a:bodyPr>
          <a:lstStyle/>
          <a:p>
            <a:pPr algn="ctr"/>
            <a:r>
              <a:rPr lang="en-US" dirty="0"/>
              <a:t>Product</a:t>
            </a:r>
          </a:p>
        </p:txBody>
      </p:sp>
      <p:sp>
        <p:nvSpPr>
          <p:cNvPr id="30" name="TextBox 29">
            <a:extLst>
              <a:ext uri="{FF2B5EF4-FFF2-40B4-BE49-F238E27FC236}">
                <a16:creationId xmlns:a16="http://schemas.microsoft.com/office/drawing/2014/main" id="{287BC882-7F18-DE7F-2281-087BF4BD8DB9}"/>
              </a:ext>
            </a:extLst>
          </p:cNvPr>
          <p:cNvSpPr txBox="1"/>
          <p:nvPr/>
        </p:nvSpPr>
        <p:spPr>
          <a:xfrm>
            <a:off x="838589" y="2129262"/>
            <a:ext cx="1511820" cy="938719"/>
          </a:xfrm>
          <a:prstGeom prst="rect">
            <a:avLst/>
          </a:prstGeom>
          <a:noFill/>
        </p:spPr>
        <p:txBody>
          <a:bodyPr wrap="square" rtlCol="0">
            <a:spAutoFit/>
          </a:bodyPr>
          <a:lstStyle/>
          <a:p>
            <a:r>
              <a:rPr lang="en-US" sz="1100" dirty="0"/>
              <a:t>product_id(pk)</a:t>
            </a:r>
          </a:p>
          <a:p>
            <a:r>
              <a:rPr lang="en-US" sz="1100" dirty="0"/>
              <a:t>name</a:t>
            </a:r>
          </a:p>
          <a:p>
            <a:r>
              <a:rPr lang="en-US" sz="1100" dirty="0"/>
              <a:t>description</a:t>
            </a:r>
          </a:p>
          <a:p>
            <a:r>
              <a:rPr lang="en-US" sz="1100" dirty="0"/>
              <a:t>price</a:t>
            </a:r>
          </a:p>
          <a:p>
            <a:r>
              <a:rPr lang="en-US" sz="1100" dirty="0"/>
              <a:t>stock-quantity</a:t>
            </a:r>
          </a:p>
        </p:txBody>
      </p:sp>
      <p:sp>
        <p:nvSpPr>
          <p:cNvPr id="33" name="Flowchart: Alternate Process 32">
            <a:extLst>
              <a:ext uri="{FF2B5EF4-FFF2-40B4-BE49-F238E27FC236}">
                <a16:creationId xmlns:a16="http://schemas.microsoft.com/office/drawing/2014/main" id="{6A5E25CC-311A-0EBC-DC90-6BBF14FE0C65}"/>
              </a:ext>
            </a:extLst>
          </p:cNvPr>
          <p:cNvSpPr/>
          <p:nvPr/>
        </p:nvSpPr>
        <p:spPr>
          <a:xfrm>
            <a:off x="2451188" y="4914637"/>
            <a:ext cx="1634122" cy="130959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Alternate Process 33">
            <a:extLst>
              <a:ext uri="{FF2B5EF4-FFF2-40B4-BE49-F238E27FC236}">
                <a16:creationId xmlns:a16="http://schemas.microsoft.com/office/drawing/2014/main" id="{94B45EE0-DAAE-CDFE-C6EA-9FE25AA41DCE}"/>
              </a:ext>
            </a:extLst>
          </p:cNvPr>
          <p:cNvSpPr/>
          <p:nvPr/>
        </p:nvSpPr>
        <p:spPr>
          <a:xfrm>
            <a:off x="2345922" y="7925"/>
            <a:ext cx="1634122" cy="1342963"/>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6957F397-D37C-775D-C088-348F92983C89}"/>
              </a:ext>
            </a:extLst>
          </p:cNvPr>
          <p:cNvCxnSpPr>
            <a:cxnSpLocks/>
          </p:cNvCxnSpPr>
          <p:nvPr/>
        </p:nvCxnSpPr>
        <p:spPr>
          <a:xfrm>
            <a:off x="2463970" y="5248014"/>
            <a:ext cx="1621340"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24FFB4F8-B355-443A-F3C5-FA0289E4C7F9}"/>
              </a:ext>
            </a:extLst>
          </p:cNvPr>
          <p:cNvCxnSpPr>
            <a:cxnSpLocks/>
          </p:cNvCxnSpPr>
          <p:nvPr/>
        </p:nvCxnSpPr>
        <p:spPr>
          <a:xfrm>
            <a:off x="2328378" y="366464"/>
            <a:ext cx="1651666" cy="0"/>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0C4D483A-10D0-95D0-08E3-C5D47C20FB56}"/>
              </a:ext>
            </a:extLst>
          </p:cNvPr>
          <p:cNvSpPr txBox="1"/>
          <p:nvPr/>
        </p:nvSpPr>
        <p:spPr>
          <a:xfrm>
            <a:off x="2513125" y="2730"/>
            <a:ext cx="1191670" cy="369332"/>
          </a:xfrm>
          <a:prstGeom prst="rect">
            <a:avLst/>
          </a:prstGeom>
          <a:noFill/>
        </p:spPr>
        <p:txBody>
          <a:bodyPr wrap="square" rtlCol="0">
            <a:spAutoFit/>
          </a:bodyPr>
          <a:lstStyle/>
          <a:p>
            <a:pPr algn="ctr"/>
            <a:r>
              <a:rPr lang="en-US" dirty="0"/>
              <a:t>Brand</a:t>
            </a:r>
          </a:p>
        </p:txBody>
      </p:sp>
      <p:sp>
        <p:nvSpPr>
          <p:cNvPr id="41" name="TextBox 40">
            <a:extLst>
              <a:ext uri="{FF2B5EF4-FFF2-40B4-BE49-F238E27FC236}">
                <a16:creationId xmlns:a16="http://schemas.microsoft.com/office/drawing/2014/main" id="{7E378F5F-7207-7631-9881-8C2E90640B9E}"/>
              </a:ext>
            </a:extLst>
          </p:cNvPr>
          <p:cNvSpPr txBox="1"/>
          <p:nvPr/>
        </p:nvSpPr>
        <p:spPr>
          <a:xfrm>
            <a:off x="2548521" y="527412"/>
            <a:ext cx="1280160" cy="553998"/>
          </a:xfrm>
          <a:prstGeom prst="rect">
            <a:avLst/>
          </a:prstGeom>
          <a:noFill/>
        </p:spPr>
        <p:txBody>
          <a:bodyPr wrap="square" rtlCol="0">
            <a:spAutoFit/>
          </a:bodyPr>
          <a:lstStyle/>
          <a:p>
            <a:r>
              <a:rPr lang="en-US" sz="1000" dirty="0"/>
              <a:t>brand_id(pk)</a:t>
            </a:r>
          </a:p>
          <a:p>
            <a:r>
              <a:rPr lang="en-US" sz="1000" dirty="0"/>
              <a:t>name</a:t>
            </a:r>
          </a:p>
          <a:p>
            <a:r>
              <a:rPr lang="en-US" sz="1000" dirty="0"/>
              <a:t>logo</a:t>
            </a:r>
          </a:p>
        </p:txBody>
      </p:sp>
      <p:sp>
        <p:nvSpPr>
          <p:cNvPr id="42" name="TextBox 41">
            <a:extLst>
              <a:ext uri="{FF2B5EF4-FFF2-40B4-BE49-F238E27FC236}">
                <a16:creationId xmlns:a16="http://schemas.microsoft.com/office/drawing/2014/main" id="{FAC38DE1-A60F-18FB-3A40-B24FA5A496EA}"/>
              </a:ext>
            </a:extLst>
          </p:cNvPr>
          <p:cNvSpPr txBox="1"/>
          <p:nvPr/>
        </p:nvSpPr>
        <p:spPr>
          <a:xfrm>
            <a:off x="2575296" y="5386513"/>
            <a:ext cx="1280160" cy="400110"/>
          </a:xfrm>
          <a:prstGeom prst="rect">
            <a:avLst/>
          </a:prstGeom>
          <a:noFill/>
        </p:spPr>
        <p:txBody>
          <a:bodyPr wrap="square" rtlCol="0">
            <a:spAutoFit/>
          </a:bodyPr>
          <a:lstStyle/>
          <a:p>
            <a:r>
              <a:rPr lang="en-US" sz="1000" dirty="0"/>
              <a:t>category_id(pk)</a:t>
            </a:r>
          </a:p>
          <a:p>
            <a:r>
              <a:rPr lang="en-US" sz="1000" dirty="0"/>
              <a:t>name</a:t>
            </a:r>
          </a:p>
        </p:txBody>
      </p:sp>
      <p:sp>
        <p:nvSpPr>
          <p:cNvPr id="43" name="TextBox 42">
            <a:extLst>
              <a:ext uri="{FF2B5EF4-FFF2-40B4-BE49-F238E27FC236}">
                <a16:creationId xmlns:a16="http://schemas.microsoft.com/office/drawing/2014/main" id="{2EB3F0C6-B768-9873-C996-AB2E62F7BBF8}"/>
              </a:ext>
            </a:extLst>
          </p:cNvPr>
          <p:cNvSpPr txBox="1"/>
          <p:nvPr/>
        </p:nvSpPr>
        <p:spPr>
          <a:xfrm>
            <a:off x="2663040" y="4890717"/>
            <a:ext cx="1280160" cy="369332"/>
          </a:xfrm>
          <a:prstGeom prst="rect">
            <a:avLst/>
          </a:prstGeom>
          <a:noFill/>
        </p:spPr>
        <p:txBody>
          <a:bodyPr wrap="square" rtlCol="0">
            <a:spAutoFit/>
          </a:bodyPr>
          <a:lstStyle/>
          <a:p>
            <a:r>
              <a:rPr lang="en-US" dirty="0"/>
              <a:t>Category</a:t>
            </a:r>
          </a:p>
        </p:txBody>
      </p:sp>
      <p:sp>
        <p:nvSpPr>
          <p:cNvPr id="44" name="Flowchart: Alternate Process 43">
            <a:extLst>
              <a:ext uri="{FF2B5EF4-FFF2-40B4-BE49-F238E27FC236}">
                <a16:creationId xmlns:a16="http://schemas.microsoft.com/office/drawing/2014/main" id="{3C6C5999-BE95-7933-FF1F-FFD90314E7A3}"/>
              </a:ext>
            </a:extLst>
          </p:cNvPr>
          <p:cNvSpPr/>
          <p:nvPr/>
        </p:nvSpPr>
        <p:spPr>
          <a:xfrm>
            <a:off x="7249324" y="2367116"/>
            <a:ext cx="1634122" cy="212376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E31D04B-F9D0-B01A-AD35-17B8C8C46B39}"/>
              </a:ext>
            </a:extLst>
          </p:cNvPr>
          <p:cNvCxnSpPr/>
          <p:nvPr/>
        </p:nvCxnSpPr>
        <p:spPr>
          <a:xfrm>
            <a:off x="7250307" y="2790395"/>
            <a:ext cx="1628222" cy="0"/>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8CB70DA-10DF-2C92-E08A-3647D1CBCE5B}"/>
              </a:ext>
            </a:extLst>
          </p:cNvPr>
          <p:cNvSpPr txBox="1"/>
          <p:nvPr/>
        </p:nvSpPr>
        <p:spPr>
          <a:xfrm>
            <a:off x="7409590" y="2867981"/>
            <a:ext cx="1309656" cy="984885"/>
          </a:xfrm>
          <a:prstGeom prst="rect">
            <a:avLst/>
          </a:prstGeom>
          <a:noFill/>
        </p:spPr>
        <p:txBody>
          <a:bodyPr wrap="square" rtlCol="0">
            <a:spAutoFit/>
          </a:bodyPr>
          <a:lstStyle/>
          <a:p>
            <a:r>
              <a:rPr lang="en-US" sz="1000" dirty="0"/>
              <a:t>order_id(pk) order_date </a:t>
            </a:r>
          </a:p>
          <a:p>
            <a:r>
              <a:rPr lang="en-US" sz="1000" dirty="0"/>
              <a:t>status </a:t>
            </a:r>
          </a:p>
          <a:p>
            <a:r>
              <a:rPr lang="en-US" sz="1000" dirty="0"/>
              <a:t>total-amount</a:t>
            </a:r>
          </a:p>
          <a:p>
            <a:endParaRPr lang="en-US" dirty="0"/>
          </a:p>
        </p:txBody>
      </p:sp>
      <p:sp>
        <p:nvSpPr>
          <p:cNvPr id="48" name="TextBox 47">
            <a:extLst>
              <a:ext uri="{FF2B5EF4-FFF2-40B4-BE49-F238E27FC236}">
                <a16:creationId xmlns:a16="http://schemas.microsoft.com/office/drawing/2014/main" id="{5781D8AB-43AA-82F9-4670-08E1B6497B89}"/>
              </a:ext>
            </a:extLst>
          </p:cNvPr>
          <p:cNvSpPr txBox="1"/>
          <p:nvPr/>
        </p:nvSpPr>
        <p:spPr>
          <a:xfrm>
            <a:off x="7630867" y="2416195"/>
            <a:ext cx="1176281" cy="369332"/>
          </a:xfrm>
          <a:prstGeom prst="rect">
            <a:avLst/>
          </a:prstGeom>
          <a:noFill/>
        </p:spPr>
        <p:txBody>
          <a:bodyPr wrap="square" rtlCol="0">
            <a:spAutoFit/>
          </a:bodyPr>
          <a:lstStyle/>
          <a:p>
            <a:r>
              <a:rPr lang="en-US"/>
              <a:t>Order</a:t>
            </a:r>
            <a:endParaRPr lang="en-US" dirty="0"/>
          </a:p>
        </p:txBody>
      </p:sp>
      <p:sp>
        <p:nvSpPr>
          <p:cNvPr id="50" name="Flowchart: Alternate Process 49">
            <a:extLst>
              <a:ext uri="{FF2B5EF4-FFF2-40B4-BE49-F238E27FC236}">
                <a16:creationId xmlns:a16="http://schemas.microsoft.com/office/drawing/2014/main" id="{EFB0EDB1-B70B-C305-9A4A-E08F171D6014}"/>
              </a:ext>
            </a:extLst>
          </p:cNvPr>
          <p:cNvSpPr/>
          <p:nvPr/>
        </p:nvSpPr>
        <p:spPr>
          <a:xfrm>
            <a:off x="4661419" y="3616603"/>
            <a:ext cx="1634122" cy="1586627"/>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0F69C54F-1FCE-7D17-C424-B3BED32A8580}"/>
              </a:ext>
            </a:extLst>
          </p:cNvPr>
          <p:cNvCxnSpPr>
            <a:cxnSpLocks/>
          </p:cNvCxnSpPr>
          <p:nvPr/>
        </p:nvCxnSpPr>
        <p:spPr>
          <a:xfrm>
            <a:off x="4661419" y="4029259"/>
            <a:ext cx="1634122" cy="0"/>
          </a:xfrm>
          <a:prstGeom prst="line">
            <a:avLst/>
          </a:prstGeom>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B891EC76-7EAF-4B2D-023B-8C8C92767675}"/>
              </a:ext>
            </a:extLst>
          </p:cNvPr>
          <p:cNvSpPr txBox="1"/>
          <p:nvPr/>
        </p:nvSpPr>
        <p:spPr>
          <a:xfrm>
            <a:off x="5152596" y="3656645"/>
            <a:ext cx="1071716" cy="369332"/>
          </a:xfrm>
          <a:prstGeom prst="rect">
            <a:avLst/>
          </a:prstGeom>
          <a:noFill/>
        </p:spPr>
        <p:txBody>
          <a:bodyPr wrap="square" rtlCol="0">
            <a:spAutoFit/>
          </a:bodyPr>
          <a:lstStyle/>
          <a:p>
            <a:r>
              <a:rPr lang="en-US" dirty="0"/>
              <a:t>Cart</a:t>
            </a:r>
          </a:p>
        </p:txBody>
      </p:sp>
      <p:sp>
        <p:nvSpPr>
          <p:cNvPr id="59" name="TextBox 58">
            <a:extLst>
              <a:ext uri="{FF2B5EF4-FFF2-40B4-BE49-F238E27FC236}">
                <a16:creationId xmlns:a16="http://schemas.microsoft.com/office/drawing/2014/main" id="{5B88329F-F775-EF79-15D0-59AAAB55745E}"/>
              </a:ext>
            </a:extLst>
          </p:cNvPr>
          <p:cNvSpPr txBox="1"/>
          <p:nvPr/>
        </p:nvSpPr>
        <p:spPr>
          <a:xfrm>
            <a:off x="4774108" y="4066702"/>
            <a:ext cx="1496906" cy="430887"/>
          </a:xfrm>
          <a:prstGeom prst="rect">
            <a:avLst/>
          </a:prstGeom>
          <a:noFill/>
        </p:spPr>
        <p:txBody>
          <a:bodyPr wrap="square" rtlCol="0">
            <a:spAutoFit/>
          </a:bodyPr>
          <a:lstStyle/>
          <a:p>
            <a:r>
              <a:rPr lang="en-US" sz="1100" dirty="0"/>
              <a:t>cart_id(pk) </a:t>
            </a:r>
          </a:p>
          <a:p>
            <a:r>
              <a:rPr lang="en-US" sz="1100" dirty="0"/>
              <a:t>created-at</a:t>
            </a:r>
          </a:p>
        </p:txBody>
      </p:sp>
      <p:sp>
        <p:nvSpPr>
          <p:cNvPr id="60" name="Flowchart: Alternate Process 59">
            <a:extLst>
              <a:ext uri="{FF2B5EF4-FFF2-40B4-BE49-F238E27FC236}">
                <a16:creationId xmlns:a16="http://schemas.microsoft.com/office/drawing/2014/main" id="{95BCCE0A-18F5-D7C7-4A9F-0FCD19A0E239}"/>
              </a:ext>
            </a:extLst>
          </p:cNvPr>
          <p:cNvSpPr/>
          <p:nvPr/>
        </p:nvSpPr>
        <p:spPr>
          <a:xfrm>
            <a:off x="3491844" y="1806720"/>
            <a:ext cx="1634122" cy="154785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26270FCC-6AA2-ECA4-773B-648E7B980966}"/>
              </a:ext>
            </a:extLst>
          </p:cNvPr>
          <p:cNvCxnSpPr/>
          <p:nvPr/>
        </p:nvCxnSpPr>
        <p:spPr>
          <a:xfrm>
            <a:off x="3477932" y="2153264"/>
            <a:ext cx="1637845" cy="12925"/>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86BD94B5-CC0E-ABB9-1FD3-2477D3339202}"/>
              </a:ext>
            </a:extLst>
          </p:cNvPr>
          <p:cNvSpPr txBox="1"/>
          <p:nvPr/>
        </p:nvSpPr>
        <p:spPr>
          <a:xfrm>
            <a:off x="3828681" y="1803200"/>
            <a:ext cx="943897" cy="369332"/>
          </a:xfrm>
          <a:prstGeom prst="rect">
            <a:avLst/>
          </a:prstGeom>
          <a:noFill/>
        </p:spPr>
        <p:txBody>
          <a:bodyPr wrap="square" rtlCol="0">
            <a:spAutoFit/>
          </a:bodyPr>
          <a:lstStyle/>
          <a:p>
            <a:r>
              <a:rPr lang="en-US" dirty="0"/>
              <a:t>Review</a:t>
            </a:r>
          </a:p>
        </p:txBody>
      </p:sp>
      <p:sp>
        <p:nvSpPr>
          <p:cNvPr id="64" name="TextBox 63">
            <a:extLst>
              <a:ext uri="{FF2B5EF4-FFF2-40B4-BE49-F238E27FC236}">
                <a16:creationId xmlns:a16="http://schemas.microsoft.com/office/drawing/2014/main" id="{75103BC1-A2B3-F652-7A2A-0794B7557C9A}"/>
              </a:ext>
            </a:extLst>
          </p:cNvPr>
          <p:cNvSpPr txBox="1"/>
          <p:nvPr/>
        </p:nvSpPr>
        <p:spPr>
          <a:xfrm>
            <a:off x="3618545" y="2166189"/>
            <a:ext cx="1401232" cy="707886"/>
          </a:xfrm>
          <a:prstGeom prst="rect">
            <a:avLst/>
          </a:prstGeom>
          <a:noFill/>
        </p:spPr>
        <p:txBody>
          <a:bodyPr wrap="square" rtlCol="0">
            <a:spAutoFit/>
          </a:bodyPr>
          <a:lstStyle/>
          <a:p>
            <a:r>
              <a:rPr lang="en-US" sz="1000" dirty="0"/>
              <a:t>review_id (pk) rating(1-5)</a:t>
            </a:r>
          </a:p>
          <a:p>
            <a:r>
              <a:rPr lang="en-US" sz="1000" dirty="0"/>
              <a:t>comment review_date</a:t>
            </a:r>
          </a:p>
        </p:txBody>
      </p:sp>
      <p:sp>
        <p:nvSpPr>
          <p:cNvPr id="65" name="Flowchart: Alternate Process 64">
            <a:extLst>
              <a:ext uri="{FF2B5EF4-FFF2-40B4-BE49-F238E27FC236}">
                <a16:creationId xmlns:a16="http://schemas.microsoft.com/office/drawing/2014/main" id="{320BBC67-77A5-F894-C4B0-761B20FB25C0}"/>
              </a:ext>
            </a:extLst>
          </p:cNvPr>
          <p:cNvSpPr/>
          <p:nvPr/>
        </p:nvSpPr>
        <p:spPr>
          <a:xfrm>
            <a:off x="9788817" y="1138922"/>
            <a:ext cx="1634122" cy="172905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4330BB5C-F2E0-3007-AF28-FDC88D783791}"/>
              </a:ext>
            </a:extLst>
          </p:cNvPr>
          <p:cNvCxnSpPr>
            <a:cxnSpLocks/>
          </p:cNvCxnSpPr>
          <p:nvPr/>
        </p:nvCxnSpPr>
        <p:spPr>
          <a:xfrm>
            <a:off x="9788817" y="1539732"/>
            <a:ext cx="1634122" cy="0"/>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629B5AE7-E566-6CCD-5C3B-033048704519}"/>
              </a:ext>
            </a:extLst>
          </p:cNvPr>
          <p:cNvSpPr txBox="1"/>
          <p:nvPr/>
        </p:nvSpPr>
        <p:spPr>
          <a:xfrm>
            <a:off x="9853583" y="1626269"/>
            <a:ext cx="1499827" cy="1015663"/>
          </a:xfrm>
          <a:prstGeom prst="rect">
            <a:avLst/>
          </a:prstGeom>
          <a:noFill/>
        </p:spPr>
        <p:txBody>
          <a:bodyPr wrap="square" rtlCol="0">
            <a:spAutoFit/>
          </a:bodyPr>
          <a:lstStyle/>
          <a:p>
            <a:r>
              <a:rPr lang="en-US" sz="1000" dirty="0"/>
              <a:t>payment_id(pk) payment_method(</a:t>
            </a:r>
          </a:p>
          <a:p>
            <a:r>
              <a:rPr lang="en-US" sz="1000"/>
              <a:t>whish</a:t>
            </a:r>
            <a:r>
              <a:rPr lang="en-US" sz="1000" dirty="0"/>
              <a:t>/cash on </a:t>
            </a:r>
            <a:r>
              <a:rPr lang="en-US" sz="1000"/>
              <a:t>delivery)</a:t>
            </a:r>
          </a:p>
          <a:p>
            <a:r>
              <a:rPr lang="en-US" sz="1000"/>
              <a:t>payment-status </a:t>
            </a:r>
            <a:r>
              <a:rPr lang="en-US" sz="1000" dirty="0"/>
              <a:t>transaction-date</a:t>
            </a:r>
          </a:p>
        </p:txBody>
      </p:sp>
      <p:sp>
        <p:nvSpPr>
          <p:cNvPr id="70" name="TextBox 69">
            <a:extLst>
              <a:ext uri="{FF2B5EF4-FFF2-40B4-BE49-F238E27FC236}">
                <a16:creationId xmlns:a16="http://schemas.microsoft.com/office/drawing/2014/main" id="{98EE89C8-4941-C032-ECD6-305A52BEC34D}"/>
              </a:ext>
            </a:extLst>
          </p:cNvPr>
          <p:cNvSpPr txBox="1"/>
          <p:nvPr/>
        </p:nvSpPr>
        <p:spPr>
          <a:xfrm>
            <a:off x="10039119" y="1178444"/>
            <a:ext cx="1222216" cy="369332"/>
          </a:xfrm>
          <a:prstGeom prst="rect">
            <a:avLst/>
          </a:prstGeom>
          <a:noFill/>
        </p:spPr>
        <p:txBody>
          <a:bodyPr wrap="square" rtlCol="0">
            <a:spAutoFit/>
          </a:bodyPr>
          <a:lstStyle/>
          <a:p>
            <a:r>
              <a:rPr lang="en-US" dirty="0"/>
              <a:t>Payment</a:t>
            </a:r>
          </a:p>
        </p:txBody>
      </p:sp>
      <p:sp>
        <p:nvSpPr>
          <p:cNvPr id="71" name="Flowchart: Alternate Process 70">
            <a:extLst>
              <a:ext uri="{FF2B5EF4-FFF2-40B4-BE49-F238E27FC236}">
                <a16:creationId xmlns:a16="http://schemas.microsoft.com/office/drawing/2014/main" id="{B1B0F3A5-BB2E-63CE-AE7B-3D9484795E07}"/>
              </a:ext>
            </a:extLst>
          </p:cNvPr>
          <p:cNvSpPr/>
          <p:nvPr/>
        </p:nvSpPr>
        <p:spPr>
          <a:xfrm>
            <a:off x="9581690" y="3806192"/>
            <a:ext cx="1634122" cy="1586627"/>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228975D4-135F-5702-0BA3-CCDE913D6285}"/>
              </a:ext>
            </a:extLst>
          </p:cNvPr>
          <p:cNvCxnSpPr/>
          <p:nvPr/>
        </p:nvCxnSpPr>
        <p:spPr>
          <a:xfrm>
            <a:off x="9581690" y="4212139"/>
            <a:ext cx="1634122" cy="0"/>
          </a:xfrm>
          <a:prstGeom prst="line">
            <a:avLst/>
          </a:prstGeom>
        </p:spPr>
        <p:style>
          <a:lnRef idx="1">
            <a:schemeClr val="dk1"/>
          </a:lnRef>
          <a:fillRef idx="0">
            <a:schemeClr val="dk1"/>
          </a:fillRef>
          <a:effectRef idx="0">
            <a:schemeClr val="dk1"/>
          </a:effectRef>
          <a:fontRef idx="minor">
            <a:schemeClr val="tx1"/>
          </a:fontRef>
        </p:style>
      </p:cxnSp>
      <p:sp>
        <p:nvSpPr>
          <p:cNvPr id="74" name="TextBox 73">
            <a:extLst>
              <a:ext uri="{FF2B5EF4-FFF2-40B4-BE49-F238E27FC236}">
                <a16:creationId xmlns:a16="http://schemas.microsoft.com/office/drawing/2014/main" id="{2EDC476C-46CE-2040-5F3C-E63652F5CE00}"/>
              </a:ext>
            </a:extLst>
          </p:cNvPr>
          <p:cNvSpPr txBox="1"/>
          <p:nvPr/>
        </p:nvSpPr>
        <p:spPr>
          <a:xfrm>
            <a:off x="9663143" y="4223268"/>
            <a:ext cx="1552669" cy="1015663"/>
          </a:xfrm>
          <a:prstGeom prst="rect">
            <a:avLst/>
          </a:prstGeom>
          <a:noFill/>
        </p:spPr>
        <p:txBody>
          <a:bodyPr wrap="square" rtlCol="0">
            <a:spAutoFit/>
          </a:bodyPr>
          <a:lstStyle/>
          <a:p>
            <a:r>
              <a:rPr lang="en-US" sz="1000" dirty="0"/>
              <a:t>shipping_id(pk) shipping-address tracking-number shipping-status delivery-name</a:t>
            </a:r>
          </a:p>
          <a:p>
            <a:r>
              <a:rPr lang="en-US" sz="1000" dirty="0"/>
              <a:t>delivery-number</a:t>
            </a:r>
          </a:p>
        </p:txBody>
      </p:sp>
      <p:sp>
        <p:nvSpPr>
          <p:cNvPr id="75" name="TextBox 74">
            <a:extLst>
              <a:ext uri="{FF2B5EF4-FFF2-40B4-BE49-F238E27FC236}">
                <a16:creationId xmlns:a16="http://schemas.microsoft.com/office/drawing/2014/main" id="{5A4F01BC-210E-86D4-95E1-9A478376C56B}"/>
              </a:ext>
            </a:extLst>
          </p:cNvPr>
          <p:cNvSpPr txBox="1"/>
          <p:nvPr/>
        </p:nvSpPr>
        <p:spPr>
          <a:xfrm>
            <a:off x="9812988" y="3831679"/>
            <a:ext cx="1309656" cy="369332"/>
          </a:xfrm>
          <a:prstGeom prst="rect">
            <a:avLst/>
          </a:prstGeom>
          <a:noFill/>
        </p:spPr>
        <p:txBody>
          <a:bodyPr wrap="square" rtlCol="0">
            <a:spAutoFit/>
          </a:bodyPr>
          <a:lstStyle/>
          <a:p>
            <a:r>
              <a:rPr lang="en-US" dirty="0"/>
              <a:t>Shipping</a:t>
            </a:r>
          </a:p>
        </p:txBody>
      </p:sp>
      <p:sp>
        <p:nvSpPr>
          <p:cNvPr id="76" name="Flowchart: Alternate Process 75">
            <a:extLst>
              <a:ext uri="{FF2B5EF4-FFF2-40B4-BE49-F238E27FC236}">
                <a16:creationId xmlns:a16="http://schemas.microsoft.com/office/drawing/2014/main" id="{BFA1EC34-C107-54E7-E8FA-C5594ACBD285}"/>
              </a:ext>
            </a:extLst>
          </p:cNvPr>
          <p:cNvSpPr/>
          <p:nvPr/>
        </p:nvSpPr>
        <p:spPr>
          <a:xfrm>
            <a:off x="7121555" y="5053494"/>
            <a:ext cx="1634122" cy="175432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08E0DC19-F51D-2743-EABC-CBF164DD3B28}"/>
              </a:ext>
            </a:extLst>
          </p:cNvPr>
          <p:cNvCxnSpPr>
            <a:cxnSpLocks/>
          </p:cNvCxnSpPr>
          <p:nvPr/>
        </p:nvCxnSpPr>
        <p:spPr>
          <a:xfrm>
            <a:off x="7121555" y="5395491"/>
            <a:ext cx="1634122" cy="10805"/>
          </a:xfrm>
          <a:prstGeom prst="line">
            <a:avLst/>
          </a:prstGeom>
        </p:spPr>
        <p:style>
          <a:lnRef idx="1">
            <a:schemeClr val="dk1"/>
          </a:lnRef>
          <a:fillRef idx="0">
            <a:schemeClr val="dk1"/>
          </a:fillRef>
          <a:effectRef idx="0">
            <a:schemeClr val="dk1"/>
          </a:effectRef>
          <a:fontRef idx="minor">
            <a:schemeClr val="tx1"/>
          </a:fontRef>
        </p:style>
      </p:cxnSp>
      <p:sp>
        <p:nvSpPr>
          <p:cNvPr id="82" name="TextBox 81">
            <a:extLst>
              <a:ext uri="{FF2B5EF4-FFF2-40B4-BE49-F238E27FC236}">
                <a16:creationId xmlns:a16="http://schemas.microsoft.com/office/drawing/2014/main" id="{FD09AC0D-7CE3-A330-620D-4751D007A792}"/>
              </a:ext>
            </a:extLst>
          </p:cNvPr>
          <p:cNvSpPr txBox="1"/>
          <p:nvPr/>
        </p:nvSpPr>
        <p:spPr>
          <a:xfrm>
            <a:off x="7350989" y="5063348"/>
            <a:ext cx="1130906" cy="369332"/>
          </a:xfrm>
          <a:prstGeom prst="rect">
            <a:avLst/>
          </a:prstGeom>
          <a:noFill/>
        </p:spPr>
        <p:txBody>
          <a:bodyPr wrap="square" rtlCol="0">
            <a:spAutoFit/>
          </a:bodyPr>
          <a:lstStyle/>
          <a:p>
            <a:r>
              <a:rPr lang="en-US" dirty="0"/>
              <a:t>Discount</a:t>
            </a:r>
          </a:p>
        </p:txBody>
      </p:sp>
      <p:sp>
        <p:nvSpPr>
          <p:cNvPr id="83" name="TextBox 82">
            <a:extLst>
              <a:ext uri="{FF2B5EF4-FFF2-40B4-BE49-F238E27FC236}">
                <a16:creationId xmlns:a16="http://schemas.microsoft.com/office/drawing/2014/main" id="{56C36CE2-25DA-284D-8B7B-E4EB9C5518BE}"/>
              </a:ext>
            </a:extLst>
          </p:cNvPr>
          <p:cNvSpPr txBox="1"/>
          <p:nvPr/>
        </p:nvSpPr>
        <p:spPr>
          <a:xfrm>
            <a:off x="7212893" y="5475317"/>
            <a:ext cx="1506353" cy="1015663"/>
          </a:xfrm>
          <a:prstGeom prst="rect">
            <a:avLst/>
          </a:prstGeom>
          <a:noFill/>
        </p:spPr>
        <p:txBody>
          <a:bodyPr wrap="square" rtlCol="0">
            <a:spAutoFit/>
          </a:bodyPr>
          <a:lstStyle/>
          <a:p>
            <a:r>
              <a:rPr lang="en-US" sz="1000" dirty="0"/>
              <a:t>discount_id(pk)</a:t>
            </a:r>
          </a:p>
          <a:p>
            <a:r>
              <a:rPr lang="en-US" sz="1000" dirty="0"/>
              <a:t>code</a:t>
            </a:r>
          </a:p>
          <a:p>
            <a:r>
              <a:rPr lang="en-US" sz="1000" dirty="0"/>
              <a:t>discount-percentage</a:t>
            </a:r>
          </a:p>
          <a:p>
            <a:r>
              <a:rPr lang="en-US" sz="1000" dirty="0"/>
              <a:t>start-date</a:t>
            </a:r>
          </a:p>
          <a:p>
            <a:r>
              <a:rPr lang="en-US" sz="1000" dirty="0"/>
              <a:t>end-date status(active/inactive)</a:t>
            </a:r>
            <a:endParaRPr lang="en-US" dirty="0"/>
          </a:p>
        </p:txBody>
      </p:sp>
      <p:sp>
        <p:nvSpPr>
          <p:cNvPr id="84" name="Flowchart: Alternate Process 83">
            <a:extLst>
              <a:ext uri="{FF2B5EF4-FFF2-40B4-BE49-F238E27FC236}">
                <a16:creationId xmlns:a16="http://schemas.microsoft.com/office/drawing/2014/main" id="{381434FB-DE21-3AE8-98A3-8D883ECCE656}"/>
              </a:ext>
            </a:extLst>
          </p:cNvPr>
          <p:cNvSpPr/>
          <p:nvPr/>
        </p:nvSpPr>
        <p:spPr>
          <a:xfrm>
            <a:off x="145463" y="4863153"/>
            <a:ext cx="1398889" cy="181463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5640B888-DBEC-0DB2-AC67-4B02EE8250A7}"/>
              </a:ext>
            </a:extLst>
          </p:cNvPr>
          <p:cNvCxnSpPr/>
          <p:nvPr/>
        </p:nvCxnSpPr>
        <p:spPr>
          <a:xfrm>
            <a:off x="141585" y="5203230"/>
            <a:ext cx="1392247" cy="0"/>
          </a:xfrm>
          <a:prstGeom prst="line">
            <a:avLst/>
          </a:prstGeom>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F7A6DCBB-5EFF-BB10-472F-E026E0DA95C5}"/>
              </a:ext>
            </a:extLst>
          </p:cNvPr>
          <p:cNvSpPr txBox="1"/>
          <p:nvPr/>
        </p:nvSpPr>
        <p:spPr>
          <a:xfrm>
            <a:off x="348062" y="5432680"/>
            <a:ext cx="1101901" cy="707886"/>
          </a:xfrm>
          <a:prstGeom prst="rect">
            <a:avLst/>
          </a:prstGeom>
          <a:noFill/>
        </p:spPr>
        <p:txBody>
          <a:bodyPr wrap="square" rtlCol="0">
            <a:spAutoFit/>
          </a:bodyPr>
          <a:lstStyle/>
          <a:p>
            <a:r>
              <a:rPr lang="en-US" sz="1000" dirty="0"/>
              <a:t>supplier_id(pk)</a:t>
            </a:r>
          </a:p>
          <a:p>
            <a:r>
              <a:rPr lang="en-US" sz="1000" dirty="0"/>
              <a:t>supplier-name contact-info address</a:t>
            </a:r>
          </a:p>
        </p:txBody>
      </p:sp>
      <p:sp>
        <p:nvSpPr>
          <p:cNvPr id="88" name="TextBox 87">
            <a:extLst>
              <a:ext uri="{FF2B5EF4-FFF2-40B4-BE49-F238E27FC236}">
                <a16:creationId xmlns:a16="http://schemas.microsoft.com/office/drawing/2014/main" id="{892D3F92-45A4-D173-FB1B-E957F6C46D15}"/>
              </a:ext>
            </a:extLst>
          </p:cNvPr>
          <p:cNvSpPr txBox="1"/>
          <p:nvPr/>
        </p:nvSpPr>
        <p:spPr>
          <a:xfrm>
            <a:off x="334219" y="4839195"/>
            <a:ext cx="1232966" cy="369332"/>
          </a:xfrm>
          <a:prstGeom prst="rect">
            <a:avLst/>
          </a:prstGeom>
          <a:noFill/>
        </p:spPr>
        <p:txBody>
          <a:bodyPr wrap="square" rtlCol="0">
            <a:spAutoFit/>
          </a:bodyPr>
          <a:lstStyle/>
          <a:p>
            <a:r>
              <a:rPr lang="en-US" dirty="0"/>
              <a:t>Supplier</a:t>
            </a:r>
          </a:p>
        </p:txBody>
      </p:sp>
      <p:sp>
        <p:nvSpPr>
          <p:cNvPr id="91" name="Diamond 90">
            <a:extLst>
              <a:ext uri="{FF2B5EF4-FFF2-40B4-BE49-F238E27FC236}">
                <a16:creationId xmlns:a16="http://schemas.microsoft.com/office/drawing/2014/main" id="{535ABF31-14A8-9E2F-DDFA-66B0F7D81BE7}"/>
              </a:ext>
            </a:extLst>
          </p:cNvPr>
          <p:cNvSpPr/>
          <p:nvPr/>
        </p:nvSpPr>
        <p:spPr>
          <a:xfrm>
            <a:off x="4482849" y="856273"/>
            <a:ext cx="1170434"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makes</a:t>
            </a:r>
          </a:p>
        </p:txBody>
      </p:sp>
      <p:cxnSp>
        <p:nvCxnSpPr>
          <p:cNvPr id="93" name="Straight Connector 92">
            <a:extLst>
              <a:ext uri="{FF2B5EF4-FFF2-40B4-BE49-F238E27FC236}">
                <a16:creationId xmlns:a16="http://schemas.microsoft.com/office/drawing/2014/main" id="{E2ED68CE-70C9-C822-4A25-D0FE816597CB}"/>
              </a:ext>
            </a:extLst>
          </p:cNvPr>
          <p:cNvCxnSpPr>
            <a:stCxn id="91" idx="2"/>
          </p:cNvCxnSpPr>
          <p:nvPr/>
        </p:nvCxnSpPr>
        <p:spPr>
          <a:xfrm>
            <a:off x="5068066" y="1320374"/>
            <a:ext cx="1008" cy="585118"/>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41D1D091-0C18-CB82-291F-C82BB1928FA9}"/>
              </a:ext>
            </a:extLst>
          </p:cNvPr>
          <p:cNvCxnSpPr>
            <a:cxnSpLocks/>
            <a:stCxn id="91" idx="3"/>
          </p:cNvCxnSpPr>
          <p:nvPr/>
        </p:nvCxnSpPr>
        <p:spPr>
          <a:xfrm>
            <a:off x="5653283" y="1088324"/>
            <a:ext cx="356640" cy="0"/>
          </a:xfrm>
          <a:prstGeom prst="line">
            <a:avLst/>
          </a:prstGeom>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CEAE7677-BDE6-DC37-A96B-A17613E7270E}"/>
              </a:ext>
            </a:extLst>
          </p:cNvPr>
          <p:cNvSpPr txBox="1"/>
          <p:nvPr/>
        </p:nvSpPr>
        <p:spPr>
          <a:xfrm>
            <a:off x="5546627" y="881419"/>
            <a:ext cx="251992" cy="230832"/>
          </a:xfrm>
          <a:prstGeom prst="rect">
            <a:avLst/>
          </a:prstGeom>
          <a:noFill/>
        </p:spPr>
        <p:txBody>
          <a:bodyPr wrap="none" rtlCol="0">
            <a:spAutoFit/>
          </a:bodyPr>
          <a:lstStyle/>
          <a:p>
            <a:r>
              <a:rPr lang="en-US" sz="900" dirty="0"/>
              <a:t>1</a:t>
            </a:r>
          </a:p>
        </p:txBody>
      </p:sp>
      <p:sp>
        <p:nvSpPr>
          <p:cNvPr id="98" name="TextBox 97">
            <a:extLst>
              <a:ext uri="{FF2B5EF4-FFF2-40B4-BE49-F238E27FC236}">
                <a16:creationId xmlns:a16="http://schemas.microsoft.com/office/drawing/2014/main" id="{FA056C4F-13D3-B8A6-7EF2-FD4E559440A2}"/>
              </a:ext>
            </a:extLst>
          </p:cNvPr>
          <p:cNvSpPr txBox="1"/>
          <p:nvPr/>
        </p:nvSpPr>
        <p:spPr>
          <a:xfrm>
            <a:off x="5011921" y="1276133"/>
            <a:ext cx="272832" cy="230832"/>
          </a:xfrm>
          <a:prstGeom prst="rect">
            <a:avLst/>
          </a:prstGeom>
          <a:noFill/>
        </p:spPr>
        <p:txBody>
          <a:bodyPr wrap="none" rtlCol="0">
            <a:spAutoFit/>
          </a:bodyPr>
          <a:lstStyle/>
          <a:p>
            <a:r>
              <a:rPr lang="en-US" sz="900" dirty="0"/>
              <a:t>N</a:t>
            </a:r>
          </a:p>
        </p:txBody>
      </p:sp>
      <p:sp>
        <p:nvSpPr>
          <p:cNvPr id="100" name="Diamond 99">
            <a:extLst>
              <a:ext uri="{FF2B5EF4-FFF2-40B4-BE49-F238E27FC236}">
                <a16:creationId xmlns:a16="http://schemas.microsoft.com/office/drawing/2014/main" id="{E5B9CF57-410A-FAB6-9D1B-0F13A7EA5648}"/>
              </a:ext>
            </a:extLst>
          </p:cNvPr>
          <p:cNvSpPr/>
          <p:nvPr/>
        </p:nvSpPr>
        <p:spPr>
          <a:xfrm>
            <a:off x="2682509" y="3498339"/>
            <a:ext cx="777731"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has</a:t>
            </a:r>
          </a:p>
        </p:txBody>
      </p:sp>
      <p:cxnSp>
        <p:nvCxnSpPr>
          <p:cNvPr id="102" name="Straight Connector 101">
            <a:extLst>
              <a:ext uri="{FF2B5EF4-FFF2-40B4-BE49-F238E27FC236}">
                <a16:creationId xmlns:a16="http://schemas.microsoft.com/office/drawing/2014/main" id="{DA5E703C-E48B-849E-AD28-6B68D7BDFE48}"/>
              </a:ext>
            </a:extLst>
          </p:cNvPr>
          <p:cNvCxnSpPr>
            <a:stCxn id="100" idx="3"/>
          </p:cNvCxnSpPr>
          <p:nvPr/>
        </p:nvCxnSpPr>
        <p:spPr>
          <a:xfrm flipV="1">
            <a:off x="3460240" y="3354571"/>
            <a:ext cx="241812" cy="375819"/>
          </a:xfrm>
          <a:prstGeom prst="line">
            <a:avLst/>
          </a:prstGeom>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1F14EBB4-5A11-A4FE-9FEB-262DDA222015}"/>
              </a:ext>
            </a:extLst>
          </p:cNvPr>
          <p:cNvCxnSpPr>
            <a:stCxn id="100" idx="1"/>
          </p:cNvCxnSpPr>
          <p:nvPr/>
        </p:nvCxnSpPr>
        <p:spPr>
          <a:xfrm flipH="1" flipV="1">
            <a:off x="2328378" y="3373734"/>
            <a:ext cx="354131" cy="356656"/>
          </a:xfrm>
          <a:prstGeom prst="line">
            <a:avLst/>
          </a:prstGeom>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98232F13-DD9F-0113-89A6-E0B3689D846D}"/>
              </a:ext>
            </a:extLst>
          </p:cNvPr>
          <p:cNvSpPr txBox="1"/>
          <p:nvPr/>
        </p:nvSpPr>
        <p:spPr>
          <a:xfrm>
            <a:off x="3299122" y="3475638"/>
            <a:ext cx="272832" cy="230832"/>
          </a:xfrm>
          <a:prstGeom prst="rect">
            <a:avLst/>
          </a:prstGeom>
          <a:noFill/>
        </p:spPr>
        <p:txBody>
          <a:bodyPr wrap="none" rtlCol="0">
            <a:spAutoFit/>
          </a:bodyPr>
          <a:lstStyle/>
          <a:p>
            <a:r>
              <a:rPr lang="en-US" sz="900" dirty="0"/>
              <a:t>N</a:t>
            </a:r>
          </a:p>
        </p:txBody>
      </p:sp>
      <p:sp>
        <p:nvSpPr>
          <p:cNvPr id="106" name="TextBox 105">
            <a:extLst>
              <a:ext uri="{FF2B5EF4-FFF2-40B4-BE49-F238E27FC236}">
                <a16:creationId xmlns:a16="http://schemas.microsoft.com/office/drawing/2014/main" id="{8CF8D8D7-7FD2-8CBB-5099-6E7E510F0951}"/>
              </a:ext>
            </a:extLst>
          </p:cNvPr>
          <p:cNvSpPr txBox="1"/>
          <p:nvPr/>
        </p:nvSpPr>
        <p:spPr>
          <a:xfrm>
            <a:off x="2539422" y="3491213"/>
            <a:ext cx="251992" cy="230832"/>
          </a:xfrm>
          <a:prstGeom prst="rect">
            <a:avLst/>
          </a:prstGeom>
          <a:noFill/>
        </p:spPr>
        <p:txBody>
          <a:bodyPr wrap="none" rtlCol="0">
            <a:spAutoFit/>
          </a:bodyPr>
          <a:lstStyle/>
          <a:p>
            <a:r>
              <a:rPr lang="en-US" sz="900" dirty="0"/>
              <a:t>1</a:t>
            </a:r>
          </a:p>
        </p:txBody>
      </p:sp>
      <p:sp>
        <p:nvSpPr>
          <p:cNvPr id="107" name="Diamond 106">
            <a:extLst>
              <a:ext uri="{FF2B5EF4-FFF2-40B4-BE49-F238E27FC236}">
                <a16:creationId xmlns:a16="http://schemas.microsoft.com/office/drawing/2014/main" id="{7B673D5E-C2B0-2787-82C4-D22559E09827}"/>
              </a:ext>
            </a:extLst>
          </p:cNvPr>
          <p:cNvSpPr/>
          <p:nvPr/>
        </p:nvSpPr>
        <p:spPr>
          <a:xfrm>
            <a:off x="2280435" y="1544605"/>
            <a:ext cx="1590812" cy="3869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produces</a:t>
            </a:r>
          </a:p>
        </p:txBody>
      </p:sp>
      <p:cxnSp>
        <p:nvCxnSpPr>
          <p:cNvPr id="109" name="Straight Connector 108">
            <a:extLst>
              <a:ext uri="{FF2B5EF4-FFF2-40B4-BE49-F238E27FC236}">
                <a16:creationId xmlns:a16="http://schemas.microsoft.com/office/drawing/2014/main" id="{FED2C3DB-5E53-9B0D-136A-2B648654A2CB}"/>
              </a:ext>
            </a:extLst>
          </p:cNvPr>
          <p:cNvCxnSpPr>
            <a:cxnSpLocks/>
            <a:stCxn id="107" idx="0"/>
            <a:endCxn id="34" idx="2"/>
          </p:cNvCxnSpPr>
          <p:nvPr/>
        </p:nvCxnSpPr>
        <p:spPr>
          <a:xfrm flipV="1">
            <a:off x="3075841" y="1350888"/>
            <a:ext cx="87142" cy="193717"/>
          </a:xfrm>
          <a:prstGeom prst="line">
            <a:avLst/>
          </a:prstGeom>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746708A8-FEC1-2522-BF4D-3D40560228F4}"/>
              </a:ext>
            </a:extLst>
          </p:cNvPr>
          <p:cNvCxnSpPr>
            <a:cxnSpLocks/>
            <a:stCxn id="107" idx="1"/>
          </p:cNvCxnSpPr>
          <p:nvPr/>
        </p:nvCxnSpPr>
        <p:spPr>
          <a:xfrm flipH="1">
            <a:off x="1740310" y="1738056"/>
            <a:ext cx="540125" cy="121857"/>
          </a:xfrm>
          <a:prstGeom prst="line">
            <a:avLst/>
          </a:prstGeom>
        </p:spPr>
        <p:style>
          <a:lnRef idx="1">
            <a:schemeClr val="dk1"/>
          </a:lnRef>
          <a:fillRef idx="0">
            <a:schemeClr val="dk1"/>
          </a:fillRef>
          <a:effectRef idx="0">
            <a:schemeClr val="dk1"/>
          </a:effectRef>
          <a:fontRef idx="minor">
            <a:schemeClr val="tx1"/>
          </a:fontRef>
        </p:style>
      </p:cxnSp>
      <p:sp>
        <p:nvSpPr>
          <p:cNvPr id="115" name="TextBox 114">
            <a:extLst>
              <a:ext uri="{FF2B5EF4-FFF2-40B4-BE49-F238E27FC236}">
                <a16:creationId xmlns:a16="http://schemas.microsoft.com/office/drawing/2014/main" id="{69947EAA-E4E5-E0E1-D092-B518D395BFC4}"/>
              </a:ext>
            </a:extLst>
          </p:cNvPr>
          <p:cNvSpPr txBox="1"/>
          <p:nvPr/>
        </p:nvSpPr>
        <p:spPr>
          <a:xfrm>
            <a:off x="3060093" y="1382741"/>
            <a:ext cx="251992" cy="230832"/>
          </a:xfrm>
          <a:prstGeom prst="rect">
            <a:avLst/>
          </a:prstGeom>
          <a:noFill/>
        </p:spPr>
        <p:txBody>
          <a:bodyPr wrap="none" rtlCol="0">
            <a:spAutoFit/>
          </a:bodyPr>
          <a:lstStyle/>
          <a:p>
            <a:r>
              <a:rPr lang="en-US" sz="900" dirty="0"/>
              <a:t>1</a:t>
            </a:r>
          </a:p>
        </p:txBody>
      </p:sp>
      <p:sp>
        <p:nvSpPr>
          <p:cNvPr id="116" name="TextBox 115">
            <a:extLst>
              <a:ext uri="{FF2B5EF4-FFF2-40B4-BE49-F238E27FC236}">
                <a16:creationId xmlns:a16="http://schemas.microsoft.com/office/drawing/2014/main" id="{F0C79413-E3F7-EEDF-A60F-3CEDE57B4D18}"/>
              </a:ext>
            </a:extLst>
          </p:cNvPr>
          <p:cNvSpPr txBox="1"/>
          <p:nvPr/>
        </p:nvSpPr>
        <p:spPr>
          <a:xfrm>
            <a:off x="2100760" y="1545656"/>
            <a:ext cx="272832" cy="230832"/>
          </a:xfrm>
          <a:prstGeom prst="rect">
            <a:avLst/>
          </a:prstGeom>
          <a:noFill/>
        </p:spPr>
        <p:txBody>
          <a:bodyPr wrap="none" rtlCol="0">
            <a:spAutoFit/>
          </a:bodyPr>
          <a:lstStyle/>
          <a:p>
            <a:r>
              <a:rPr lang="en-US" sz="900" dirty="0"/>
              <a:t>N</a:t>
            </a:r>
          </a:p>
        </p:txBody>
      </p:sp>
      <p:sp>
        <p:nvSpPr>
          <p:cNvPr id="119" name="Diamond 118">
            <a:extLst>
              <a:ext uri="{FF2B5EF4-FFF2-40B4-BE49-F238E27FC236}">
                <a16:creationId xmlns:a16="http://schemas.microsoft.com/office/drawing/2014/main" id="{DA35839F-C48C-F400-A7C0-6FBF8F151E8D}"/>
              </a:ext>
            </a:extLst>
          </p:cNvPr>
          <p:cNvSpPr/>
          <p:nvPr/>
        </p:nvSpPr>
        <p:spPr>
          <a:xfrm>
            <a:off x="1984726" y="4291569"/>
            <a:ext cx="777731"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has</a:t>
            </a:r>
          </a:p>
        </p:txBody>
      </p:sp>
      <p:cxnSp>
        <p:nvCxnSpPr>
          <p:cNvPr id="121" name="Straight Connector 120">
            <a:extLst>
              <a:ext uri="{FF2B5EF4-FFF2-40B4-BE49-F238E27FC236}">
                <a16:creationId xmlns:a16="http://schemas.microsoft.com/office/drawing/2014/main" id="{2D86DB7C-FBDD-9C10-3FD5-E334BCAF9E75}"/>
              </a:ext>
            </a:extLst>
          </p:cNvPr>
          <p:cNvCxnSpPr>
            <a:endCxn id="119" idx="0"/>
          </p:cNvCxnSpPr>
          <p:nvPr/>
        </p:nvCxnSpPr>
        <p:spPr>
          <a:xfrm>
            <a:off x="2100760" y="3918844"/>
            <a:ext cx="272832" cy="372725"/>
          </a:xfrm>
          <a:prstGeom prst="line">
            <a:avLst/>
          </a:prstGeom>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491A3F02-B406-CD0C-773A-7E73FD2AB0B1}"/>
              </a:ext>
            </a:extLst>
          </p:cNvPr>
          <p:cNvCxnSpPr>
            <a:stCxn id="119" idx="2"/>
          </p:cNvCxnSpPr>
          <p:nvPr/>
        </p:nvCxnSpPr>
        <p:spPr>
          <a:xfrm>
            <a:off x="2373592" y="4755670"/>
            <a:ext cx="665456" cy="158967"/>
          </a:xfrm>
          <a:prstGeom prst="line">
            <a:avLst/>
          </a:prstGeom>
        </p:spPr>
        <p:style>
          <a:lnRef idx="1">
            <a:schemeClr val="dk1"/>
          </a:lnRef>
          <a:fillRef idx="0">
            <a:schemeClr val="dk1"/>
          </a:fillRef>
          <a:effectRef idx="0">
            <a:schemeClr val="dk1"/>
          </a:effectRef>
          <a:fontRef idx="minor">
            <a:schemeClr val="tx1"/>
          </a:fontRef>
        </p:style>
      </p:cxnSp>
      <p:sp>
        <p:nvSpPr>
          <p:cNvPr id="124" name="TextBox 123">
            <a:extLst>
              <a:ext uri="{FF2B5EF4-FFF2-40B4-BE49-F238E27FC236}">
                <a16:creationId xmlns:a16="http://schemas.microsoft.com/office/drawing/2014/main" id="{FC4E2A65-32F8-BE05-F8E9-65D8F5F7BAC9}"/>
              </a:ext>
            </a:extLst>
          </p:cNvPr>
          <p:cNvSpPr txBox="1"/>
          <p:nvPr/>
        </p:nvSpPr>
        <p:spPr>
          <a:xfrm>
            <a:off x="2513412" y="4627304"/>
            <a:ext cx="251992" cy="230832"/>
          </a:xfrm>
          <a:prstGeom prst="rect">
            <a:avLst/>
          </a:prstGeom>
          <a:noFill/>
        </p:spPr>
        <p:txBody>
          <a:bodyPr wrap="none" rtlCol="0">
            <a:spAutoFit/>
          </a:bodyPr>
          <a:lstStyle/>
          <a:p>
            <a:r>
              <a:rPr lang="en-US" sz="900" dirty="0"/>
              <a:t>1</a:t>
            </a:r>
          </a:p>
        </p:txBody>
      </p:sp>
      <p:sp>
        <p:nvSpPr>
          <p:cNvPr id="125" name="TextBox 124">
            <a:extLst>
              <a:ext uri="{FF2B5EF4-FFF2-40B4-BE49-F238E27FC236}">
                <a16:creationId xmlns:a16="http://schemas.microsoft.com/office/drawing/2014/main" id="{4910D5F5-C17F-269D-3314-3F00B71395C2}"/>
              </a:ext>
            </a:extLst>
          </p:cNvPr>
          <p:cNvSpPr txBox="1"/>
          <p:nvPr/>
        </p:nvSpPr>
        <p:spPr>
          <a:xfrm>
            <a:off x="2295192" y="4105206"/>
            <a:ext cx="272832" cy="230832"/>
          </a:xfrm>
          <a:prstGeom prst="rect">
            <a:avLst/>
          </a:prstGeom>
          <a:noFill/>
        </p:spPr>
        <p:txBody>
          <a:bodyPr wrap="none" rtlCol="0">
            <a:spAutoFit/>
          </a:bodyPr>
          <a:lstStyle/>
          <a:p>
            <a:r>
              <a:rPr lang="en-US" sz="900" dirty="0"/>
              <a:t>N</a:t>
            </a:r>
          </a:p>
        </p:txBody>
      </p:sp>
      <p:sp>
        <p:nvSpPr>
          <p:cNvPr id="126" name="Diamond 125">
            <a:extLst>
              <a:ext uri="{FF2B5EF4-FFF2-40B4-BE49-F238E27FC236}">
                <a16:creationId xmlns:a16="http://schemas.microsoft.com/office/drawing/2014/main" id="{A983E192-3DD3-27CD-DDCF-B5DC105B46D5}"/>
              </a:ext>
            </a:extLst>
          </p:cNvPr>
          <p:cNvSpPr/>
          <p:nvPr/>
        </p:nvSpPr>
        <p:spPr>
          <a:xfrm>
            <a:off x="3148726" y="4243275"/>
            <a:ext cx="1348223" cy="36933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include</a:t>
            </a:r>
          </a:p>
        </p:txBody>
      </p:sp>
      <p:cxnSp>
        <p:nvCxnSpPr>
          <p:cNvPr id="128" name="Straight Connector 127">
            <a:extLst>
              <a:ext uri="{FF2B5EF4-FFF2-40B4-BE49-F238E27FC236}">
                <a16:creationId xmlns:a16="http://schemas.microsoft.com/office/drawing/2014/main" id="{65B37235-FBEC-7043-9F93-7564664A8DDD}"/>
              </a:ext>
            </a:extLst>
          </p:cNvPr>
          <p:cNvCxnSpPr>
            <a:endCxn id="126" idx="1"/>
          </p:cNvCxnSpPr>
          <p:nvPr/>
        </p:nvCxnSpPr>
        <p:spPr>
          <a:xfrm>
            <a:off x="2328378" y="3713596"/>
            <a:ext cx="820348" cy="714345"/>
          </a:xfrm>
          <a:prstGeom prst="line">
            <a:avLst/>
          </a:prstGeom>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EF44489E-1A17-EE0D-10EE-66714985CE46}"/>
              </a:ext>
            </a:extLst>
          </p:cNvPr>
          <p:cNvCxnSpPr>
            <a:stCxn id="126" idx="3"/>
          </p:cNvCxnSpPr>
          <p:nvPr/>
        </p:nvCxnSpPr>
        <p:spPr>
          <a:xfrm flipV="1">
            <a:off x="4496949" y="4021656"/>
            <a:ext cx="164470" cy="406285"/>
          </a:xfrm>
          <a:prstGeom prst="line">
            <a:avLst/>
          </a:prstGeom>
        </p:spPr>
        <p:style>
          <a:lnRef idx="1">
            <a:schemeClr val="dk1"/>
          </a:lnRef>
          <a:fillRef idx="0">
            <a:schemeClr val="dk1"/>
          </a:fillRef>
          <a:effectRef idx="0">
            <a:schemeClr val="dk1"/>
          </a:effectRef>
          <a:fontRef idx="minor">
            <a:schemeClr val="tx1"/>
          </a:fontRef>
        </p:style>
      </p:cxnSp>
      <p:sp>
        <p:nvSpPr>
          <p:cNvPr id="131" name="TextBox 130">
            <a:extLst>
              <a:ext uri="{FF2B5EF4-FFF2-40B4-BE49-F238E27FC236}">
                <a16:creationId xmlns:a16="http://schemas.microsoft.com/office/drawing/2014/main" id="{26D905F7-AE09-FB6E-5B79-E174B8F691FD}"/>
              </a:ext>
            </a:extLst>
          </p:cNvPr>
          <p:cNvSpPr txBox="1"/>
          <p:nvPr/>
        </p:nvSpPr>
        <p:spPr>
          <a:xfrm>
            <a:off x="4321427" y="4176153"/>
            <a:ext cx="287258" cy="230832"/>
          </a:xfrm>
          <a:prstGeom prst="rect">
            <a:avLst/>
          </a:prstGeom>
          <a:noFill/>
        </p:spPr>
        <p:txBody>
          <a:bodyPr wrap="none" rtlCol="0">
            <a:spAutoFit/>
          </a:bodyPr>
          <a:lstStyle/>
          <a:p>
            <a:r>
              <a:rPr lang="en-US" sz="900" dirty="0"/>
              <a:t>M</a:t>
            </a:r>
          </a:p>
        </p:txBody>
      </p:sp>
      <p:sp>
        <p:nvSpPr>
          <p:cNvPr id="132" name="TextBox 131">
            <a:extLst>
              <a:ext uri="{FF2B5EF4-FFF2-40B4-BE49-F238E27FC236}">
                <a16:creationId xmlns:a16="http://schemas.microsoft.com/office/drawing/2014/main" id="{4B39CC4A-C097-7926-31F8-F2AD4A11CFAB}"/>
              </a:ext>
            </a:extLst>
          </p:cNvPr>
          <p:cNvSpPr txBox="1"/>
          <p:nvPr/>
        </p:nvSpPr>
        <p:spPr>
          <a:xfrm>
            <a:off x="3034251" y="4149054"/>
            <a:ext cx="272832" cy="230832"/>
          </a:xfrm>
          <a:prstGeom prst="rect">
            <a:avLst/>
          </a:prstGeom>
          <a:noFill/>
        </p:spPr>
        <p:txBody>
          <a:bodyPr wrap="none" rtlCol="0">
            <a:spAutoFit/>
          </a:bodyPr>
          <a:lstStyle/>
          <a:p>
            <a:r>
              <a:rPr lang="en-US" sz="900" dirty="0"/>
              <a:t>N</a:t>
            </a:r>
          </a:p>
        </p:txBody>
      </p:sp>
      <p:sp>
        <p:nvSpPr>
          <p:cNvPr id="133" name="Diamond 132">
            <a:extLst>
              <a:ext uri="{FF2B5EF4-FFF2-40B4-BE49-F238E27FC236}">
                <a16:creationId xmlns:a16="http://schemas.microsoft.com/office/drawing/2014/main" id="{C9CDC125-EF16-620C-BC50-5E01C19BEAB3}"/>
              </a:ext>
            </a:extLst>
          </p:cNvPr>
          <p:cNvSpPr/>
          <p:nvPr/>
        </p:nvSpPr>
        <p:spPr>
          <a:xfrm>
            <a:off x="5483045" y="2938862"/>
            <a:ext cx="1170434"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owns</a:t>
            </a:r>
          </a:p>
        </p:txBody>
      </p:sp>
      <p:cxnSp>
        <p:nvCxnSpPr>
          <p:cNvPr id="135" name="Straight Connector 134">
            <a:extLst>
              <a:ext uri="{FF2B5EF4-FFF2-40B4-BE49-F238E27FC236}">
                <a16:creationId xmlns:a16="http://schemas.microsoft.com/office/drawing/2014/main" id="{10F7794A-03D9-B08C-8B82-B9CD180BF6F6}"/>
              </a:ext>
            </a:extLst>
          </p:cNvPr>
          <p:cNvCxnSpPr>
            <a:stCxn id="133" idx="1"/>
            <a:endCxn id="50" idx="0"/>
          </p:cNvCxnSpPr>
          <p:nvPr/>
        </p:nvCxnSpPr>
        <p:spPr>
          <a:xfrm flipH="1">
            <a:off x="5478480" y="3170913"/>
            <a:ext cx="4565" cy="445690"/>
          </a:xfrm>
          <a:prstGeom prst="line">
            <a:avLst/>
          </a:prstGeom>
        </p:spPr>
        <p:style>
          <a:lnRef idx="1">
            <a:schemeClr val="dk1"/>
          </a:lnRef>
          <a:fillRef idx="0">
            <a:schemeClr val="dk1"/>
          </a:fillRef>
          <a:effectRef idx="0">
            <a:schemeClr val="dk1"/>
          </a:effectRef>
          <a:fontRef idx="minor">
            <a:schemeClr val="tx1"/>
          </a:fontRef>
        </p:style>
      </p:cxnSp>
      <p:cxnSp>
        <p:nvCxnSpPr>
          <p:cNvPr id="137" name="Straight Connector 136">
            <a:extLst>
              <a:ext uri="{FF2B5EF4-FFF2-40B4-BE49-F238E27FC236}">
                <a16:creationId xmlns:a16="http://schemas.microsoft.com/office/drawing/2014/main" id="{AACBC6F4-249E-E3FB-F510-E8988829B036}"/>
              </a:ext>
            </a:extLst>
          </p:cNvPr>
          <p:cNvCxnSpPr>
            <a:stCxn id="133" idx="3"/>
            <a:endCxn id="8" idx="2"/>
          </p:cNvCxnSpPr>
          <p:nvPr/>
        </p:nvCxnSpPr>
        <p:spPr>
          <a:xfrm flipV="1">
            <a:off x="6653479" y="2688153"/>
            <a:ext cx="176553" cy="482760"/>
          </a:xfrm>
          <a:prstGeom prst="line">
            <a:avLst/>
          </a:prstGeom>
        </p:spPr>
        <p:style>
          <a:lnRef idx="1">
            <a:schemeClr val="dk1"/>
          </a:lnRef>
          <a:fillRef idx="0">
            <a:schemeClr val="dk1"/>
          </a:fillRef>
          <a:effectRef idx="0">
            <a:schemeClr val="dk1"/>
          </a:effectRef>
          <a:fontRef idx="minor">
            <a:schemeClr val="tx1"/>
          </a:fontRef>
        </p:style>
      </p:cxnSp>
      <p:sp>
        <p:nvSpPr>
          <p:cNvPr id="138" name="TextBox 137">
            <a:extLst>
              <a:ext uri="{FF2B5EF4-FFF2-40B4-BE49-F238E27FC236}">
                <a16:creationId xmlns:a16="http://schemas.microsoft.com/office/drawing/2014/main" id="{6FF21F51-A4E3-28CF-8BD4-27DE5FDF4472}"/>
              </a:ext>
            </a:extLst>
          </p:cNvPr>
          <p:cNvSpPr txBox="1"/>
          <p:nvPr/>
        </p:nvSpPr>
        <p:spPr>
          <a:xfrm>
            <a:off x="5443081" y="3226805"/>
            <a:ext cx="251992" cy="230832"/>
          </a:xfrm>
          <a:prstGeom prst="rect">
            <a:avLst/>
          </a:prstGeom>
          <a:noFill/>
        </p:spPr>
        <p:txBody>
          <a:bodyPr wrap="none" rtlCol="0">
            <a:spAutoFit/>
          </a:bodyPr>
          <a:lstStyle/>
          <a:p>
            <a:r>
              <a:rPr lang="en-US" sz="900" dirty="0"/>
              <a:t>1</a:t>
            </a:r>
          </a:p>
        </p:txBody>
      </p:sp>
      <p:sp>
        <p:nvSpPr>
          <p:cNvPr id="139" name="TextBox 138">
            <a:extLst>
              <a:ext uri="{FF2B5EF4-FFF2-40B4-BE49-F238E27FC236}">
                <a16:creationId xmlns:a16="http://schemas.microsoft.com/office/drawing/2014/main" id="{B87884F1-F748-6CEF-4297-9FC4322F01C4}"/>
              </a:ext>
            </a:extLst>
          </p:cNvPr>
          <p:cNvSpPr txBox="1"/>
          <p:nvPr/>
        </p:nvSpPr>
        <p:spPr>
          <a:xfrm>
            <a:off x="6468924" y="2884640"/>
            <a:ext cx="251992" cy="230832"/>
          </a:xfrm>
          <a:prstGeom prst="rect">
            <a:avLst/>
          </a:prstGeom>
          <a:noFill/>
        </p:spPr>
        <p:txBody>
          <a:bodyPr wrap="none" rtlCol="0">
            <a:spAutoFit/>
          </a:bodyPr>
          <a:lstStyle/>
          <a:p>
            <a:r>
              <a:rPr lang="en-US" sz="900" dirty="0"/>
              <a:t>1</a:t>
            </a:r>
          </a:p>
        </p:txBody>
      </p:sp>
      <p:sp>
        <p:nvSpPr>
          <p:cNvPr id="140" name="Diamond 139">
            <a:extLst>
              <a:ext uri="{FF2B5EF4-FFF2-40B4-BE49-F238E27FC236}">
                <a16:creationId xmlns:a16="http://schemas.microsoft.com/office/drawing/2014/main" id="{80FB60D3-7282-22A2-E239-B6CFEF17BE14}"/>
              </a:ext>
            </a:extLst>
          </p:cNvPr>
          <p:cNvSpPr/>
          <p:nvPr/>
        </p:nvSpPr>
        <p:spPr>
          <a:xfrm>
            <a:off x="251151" y="4251795"/>
            <a:ext cx="1152873" cy="3869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supply</a:t>
            </a:r>
          </a:p>
        </p:txBody>
      </p:sp>
      <p:cxnSp>
        <p:nvCxnSpPr>
          <p:cNvPr id="142" name="Straight Connector 141">
            <a:extLst>
              <a:ext uri="{FF2B5EF4-FFF2-40B4-BE49-F238E27FC236}">
                <a16:creationId xmlns:a16="http://schemas.microsoft.com/office/drawing/2014/main" id="{1B221832-6041-44F8-B34D-EB61857D595F}"/>
              </a:ext>
            </a:extLst>
          </p:cNvPr>
          <p:cNvCxnSpPr>
            <a:stCxn id="140" idx="0"/>
          </p:cNvCxnSpPr>
          <p:nvPr/>
        </p:nvCxnSpPr>
        <p:spPr>
          <a:xfrm flipV="1">
            <a:off x="827588" y="3911718"/>
            <a:ext cx="347588" cy="340077"/>
          </a:xfrm>
          <a:prstGeom prst="line">
            <a:avLst/>
          </a:prstGeom>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73730C45-E5B4-B3E8-3888-05ADEF2564DB}"/>
              </a:ext>
            </a:extLst>
          </p:cNvPr>
          <p:cNvCxnSpPr>
            <a:stCxn id="140" idx="2"/>
            <a:endCxn id="88" idx="0"/>
          </p:cNvCxnSpPr>
          <p:nvPr/>
        </p:nvCxnSpPr>
        <p:spPr>
          <a:xfrm>
            <a:off x="827588" y="4638696"/>
            <a:ext cx="123114" cy="200499"/>
          </a:xfrm>
          <a:prstGeom prst="line">
            <a:avLst/>
          </a:prstGeom>
        </p:spPr>
        <p:style>
          <a:lnRef idx="1">
            <a:schemeClr val="dk1"/>
          </a:lnRef>
          <a:fillRef idx="0">
            <a:schemeClr val="dk1"/>
          </a:fillRef>
          <a:effectRef idx="0">
            <a:schemeClr val="dk1"/>
          </a:effectRef>
          <a:fontRef idx="minor">
            <a:schemeClr val="tx1"/>
          </a:fontRef>
        </p:style>
      </p:cxnSp>
      <p:sp>
        <p:nvSpPr>
          <p:cNvPr id="145" name="TextBox 144">
            <a:extLst>
              <a:ext uri="{FF2B5EF4-FFF2-40B4-BE49-F238E27FC236}">
                <a16:creationId xmlns:a16="http://schemas.microsoft.com/office/drawing/2014/main" id="{C966430F-2E27-DF30-307C-FB2D46FF2341}"/>
              </a:ext>
            </a:extLst>
          </p:cNvPr>
          <p:cNvSpPr txBox="1"/>
          <p:nvPr/>
        </p:nvSpPr>
        <p:spPr>
          <a:xfrm>
            <a:off x="659411" y="4055324"/>
            <a:ext cx="272832" cy="230832"/>
          </a:xfrm>
          <a:prstGeom prst="rect">
            <a:avLst/>
          </a:prstGeom>
          <a:noFill/>
        </p:spPr>
        <p:txBody>
          <a:bodyPr wrap="none" rtlCol="0">
            <a:spAutoFit/>
          </a:bodyPr>
          <a:lstStyle/>
          <a:p>
            <a:r>
              <a:rPr lang="en-US" sz="900" dirty="0"/>
              <a:t>N</a:t>
            </a:r>
          </a:p>
        </p:txBody>
      </p:sp>
      <p:sp>
        <p:nvSpPr>
          <p:cNvPr id="146" name="TextBox 145">
            <a:extLst>
              <a:ext uri="{FF2B5EF4-FFF2-40B4-BE49-F238E27FC236}">
                <a16:creationId xmlns:a16="http://schemas.microsoft.com/office/drawing/2014/main" id="{09A49D60-BBF1-71E1-491C-5EB57D5C19D5}"/>
              </a:ext>
            </a:extLst>
          </p:cNvPr>
          <p:cNvSpPr txBox="1"/>
          <p:nvPr/>
        </p:nvSpPr>
        <p:spPr>
          <a:xfrm>
            <a:off x="870065" y="4564850"/>
            <a:ext cx="184731" cy="230832"/>
          </a:xfrm>
          <a:prstGeom prst="rect">
            <a:avLst/>
          </a:prstGeom>
          <a:noFill/>
        </p:spPr>
        <p:txBody>
          <a:bodyPr wrap="none" rtlCol="0">
            <a:spAutoFit/>
          </a:bodyPr>
          <a:lstStyle/>
          <a:p>
            <a:endParaRPr lang="en-US" sz="900" dirty="0"/>
          </a:p>
        </p:txBody>
      </p:sp>
      <p:sp>
        <p:nvSpPr>
          <p:cNvPr id="147" name="TextBox 146">
            <a:extLst>
              <a:ext uri="{FF2B5EF4-FFF2-40B4-BE49-F238E27FC236}">
                <a16:creationId xmlns:a16="http://schemas.microsoft.com/office/drawing/2014/main" id="{450268A3-41CE-F12B-67C1-818F8574C2F7}"/>
              </a:ext>
            </a:extLst>
          </p:cNvPr>
          <p:cNvSpPr txBox="1"/>
          <p:nvPr/>
        </p:nvSpPr>
        <p:spPr>
          <a:xfrm>
            <a:off x="855265" y="4568764"/>
            <a:ext cx="287258" cy="230832"/>
          </a:xfrm>
          <a:prstGeom prst="rect">
            <a:avLst/>
          </a:prstGeom>
          <a:noFill/>
        </p:spPr>
        <p:txBody>
          <a:bodyPr wrap="none" rtlCol="0">
            <a:spAutoFit/>
          </a:bodyPr>
          <a:lstStyle/>
          <a:p>
            <a:r>
              <a:rPr lang="en-US" sz="900" dirty="0"/>
              <a:t>M</a:t>
            </a:r>
          </a:p>
        </p:txBody>
      </p:sp>
      <p:sp>
        <p:nvSpPr>
          <p:cNvPr id="148" name="Diamond 147">
            <a:extLst>
              <a:ext uri="{FF2B5EF4-FFF2-40B4-BE49-F238E27FC236}">
                <a16:creationId xmlns:a16="http://schemas.microsoft.com/office/drawing/2014/main" id="{C7592AB9-4309-8D7C-9D2B-1F2DA707163F}"/>
              </a:ext>
            </a:extLst>
          </p:cNvPr>
          <p:cNvSpPr/>
          <p:nvPr/>
        </p:nvSpPr>
        <p:spPr>
          <a:xfrm>
            <a:off x="9133590" y="3161707"/>
            <a:ext cx="777731"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has</a:t>
            </a:r>
          </a:p>
        </p:txBody>
      </p:sp>
      <p:cxnSp>
        <p:nvCxnSpPr>
          <p:cNvPr id="150" name="Straight Connector 149">
            <a:extLst>
              <a:ext uri="{FF2B5EF4-FFF2-40B4-BE49-F238E27FC236}">
                <a16:creationId xmlns:a16="http://schemas.microsoft.com/office/drawing/2014/main" id="{C7484A58-B6BA-B146-B355-BD52E158E130}"/>
              </a:ext>
            </a:extLst>
          </p:cNvPr>
          <p:cNvCxnSpPr>
            <a:stCxn id="148" idx="3"/>
            <a:endCxn id="71" idx="0"/>
          </p:cNvCxnSpPr>
          <p:nvPr/>
        </p:nvCxnSpPr>
        <p:spPr>
          <a:xfrm>
            <a:off x="9911321" y="3393758"/>
            <a:ext cx="487430" cy="412434"/>
          </a:xfrm>
          <a:prstGeom prst="line">
            <a:avLst/>
          </a:prstGeom>
        </p:spPr>
        <p:style>
          <a:lnRef idx="1">
            <a:schemeClr val="dk1"/>
          </a:lnRef>
          <a:fillRef idx="0">
            <a:schemeClr val="dk1"/>
          </a:fillRef>
          <a:effectRef idx="0">
            <a:schemeClr val="dk1"/>
          </a:effectRef>
          <a:fontRef idx="minor">
            <a:schemeClr val="tx1"/>
          </a:fontRef>
        </p:style>
      </p:cxnSp>
      <p:cxnSp>
        <p:nvCxnSpPr>
          <p:cNvPr id="152" name="Straight Connector 151">
            <a:extLst>
              <a:ext uri="{FF2B5EF4-FFF2-40B4-BE49-F238E27FC236}">
                <a16:creationId xmlns:a16="http://schemas.microsoft.com/office/drawing/2014/main" id="{97AC2DED-2B13-75B3-4A62-E3159BB02CF0}"/>
              </a:ext>
            </a:extLst>
          </p:cNvPr>
          <p:cNvCxnSpPr>
            <a:stCxn id="148" idx="1"/>
          </p:cNvCxnSpPr>
          <p:nvPr/>
        </p:nvCxnSpPr>
        <p:spPr>
          <a:xfrm flipH="1" flipV="1">
            <a:off x="8879512" y="2959865"/>
            <a:ext cx="254078" cy="433893"/>
          </a:xfrm>
          <a:prstGeom prst="line">
            <a:avLst/>
          </a:prstGeom>
        </p:spPr>
        <p:style>
          <a:lnRef idx="1">
            <a:schemeClr val="dk1"/>
          </a:lnRef>
          <a:fillRef idx="0">
            <a:schemeClr val="dk1"/>
          </a:fillRef>
          <a:effectRef idx="0">
            <a:schemeClr val="dk1"/>
          </a:effectRef>
          <a:fontRef idx="minor">
            <a:schemeClr val="tx1"/>
          </a:fontRef>
        </p:style>
      </p:cxnSp>
      <p:sp>
        <p:nvSpPr>
          <p:cNvPr id="153" name="TextBox 152">
            <a:extLst>
              <a:ext uri="{FF2B5EF4-FFF2-40B4-BE49-F238E27FC236}">
                <a16:creationId xmlns:a16="http://schemas.microsoft.com/office/drawing/2014/main" id="{B8BF71AA-D5B4-3988-436D-41673666F7E6}"/>
              </a:ext>
            </a:extLst>
          </p:cNvPr>
          <p:cNvSpPr txBox="1"/>
          <p:nvPr/>
        </p:nvSpPr>
        <p:spPr>
          <a:xfrm>
            <a:off x="9883261" y="3233161"/>
            <a:ext cx="251992" cy="230832"/>
          </a:xfrm>
          <a:prstGeom prst="rect">
            <a:avLst/>
          </a:prstGeom>
          <a:noFill/>
        </p:spPr>
        <p:txBody>
          <a:bodyPr wrap="none" rtlCol="0">
            <a:spAutoFit/>
          </a:bodyPr>
          <a:lstStyle/>
          <a:p>
            <a:r>
              <a:rPr lang="en-US" sz="900" dirty="0"/>
              <a:t>1</a:t>
            </a:r>
          </a:p>
        </p:txBody>
      </p:sp>
      <p:sp>
        <p:nvSpPr>
          <p:cNvPr id="154" name="TextBox 153">
            <a:extLst>
              <a:ext uri="{FF2B5EF4-FFF2-40B4-BE49-F238E27FC236}">
                <a16:creationId xmlns:a16="http://schemas.microsoft.com/office/drawing/2014/main" id="{BA57CEC5-43FC-E89F-504F-0D90742FB8FA}"/>
              </a:ext>
            </a:extLst>
          </p:cNvPr>
          <p:cNvSpPr txBox="1"/>
          <p:nvPr/>
        </p:nvSpPr>
        <p:spPr>
          <a:xfrm>
            <a:off x="9029906" y="3089335"/>
            <a:ext cx="272832" cy="230832"/>
          </a:xfrm>
          <a:prstGeom prst="rect">
            <a:avLst/>
          </a:prstGeom>
          <a:noFill/>
        </p:spPr>
        <p:txBody>
          <a:bodyPr wrap="none" rtlCol="0">
            <a:spAutoFit/>
          </a:bodyPr>
          <a:lstStyle/>
          <a:p>
            <a:r>
              <a:rPr lang="en-US" sz="900" dirty="0"/>
              <a:t>N</a:t>
            </a:r>
          </a:p>
        </p:txBody>
      </p:sp>
      <p:sp>
        <p:nvSpPr>
          <p:cNvPr id="155" name="Diamond 154">
            <a:extLst>
              <a:ext uri="{FF2B5EF4-FFF2-40B4-BE49-F238E27FC236}">
                <a16:creationId xmlns:a16="http://schemas.microsoft.com/office/drawing/2014/main" id="{97086F61-69A3-60AE-2EDC-F295B02D1D8F}"/>
              </a:ext>
            </a:extLst>
          </p:cNvPr>
          <p:cNvSpPr/>
          <p:nvPr/>
        </p:nvSpPr>
        <p:spPr>
          <a:xfrm>
            <a:off x="8468692" y="1282885"/>
            <a:ext cx="777731"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has</a:t>
            </a:r>
          </a:p>
        </p:txBody>
      </p:sp>
      <p:cxnSp>
        <p:nvCxnSpPr>
          <p:cNvPr id="157" name="Straight Connector 156">
            <a:extLst>
              <a:ext uri="{FF2B5EF4-FFF2-40B4-BE49-F238E27FC236}">
                <a16:creationId xmlns:a16="http://schemas.microsoft.com/office/drawing/2014/main" id="{793035B9-F282-3D9C-2590-CBB54CF17614}"/>
              </a:ext>
            </a:extLst>
          </p:cNvPr>
          <p:cNvCxnSpPr>
            <a:stCxn id="155" idx="2"/>
          </p:cNvCxnSpPr>
          <p:nvPr/>
        </p:nvCxnSpPr>
        <p:spPr>
          <a:xfrm flipH="1">
            <a:off x="8590990" y="1746986"/>
            <a:ext cx="266568" cy="606691"/>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6B75BEA4-E234-4597-0F80-C650DCFB908E}"/>
              </a:ext>
            </a:extLst>
          </p:cNvPr>
          <p:cNvCxnSpPr>
            <a:stCxn id="155" idx="3"/>
          </p:cNvCxnSpPr>
          <p:nvPr/>
        </p:nvCxnSpPr>
        <p:spPr>
          <a:xfrm flipV="1">
            <a:off x="9246423" y="1350888"/>
            <a:ext cx="558209" cy="164048"/>
          </a:xfrm>
          <a:prstGeom prst="line">
            <a:avLst/>
          </a:prstGeom>
        </p:spPr>
        <p:style>
          <a:lnRef idx="1">
            <a:schemeClr val="dk1"/>
          </a:lnRef>
          <a:fillRef idx="0">
            <a:schemeClr val="dk1"/>
          </a:fillRef>
          <a:effectRef idx="0">
            <a:schemeClr val="dk1"/>
          </a:effectRef>
          <a:fontRef idx="minor">
            <a:schemeClr val="tx1"/>
          </a:fontRef>
        </p:style>
      </p:cxnSp>
      <p:sp>
        <p:nvSpPr>
          <p:cNvPr id="160" name="TextBox 159">
            <a:extLst>
              <a:ext uri="{FF2B5EF4-FFF2-40B4-BE49-F238E27FC236}">
                <a16:creationId xmlns:a16="http://schemas.microsoft.com/office/drawing/2014/main" id="{61A29129-4988-3F91-9046-00B417C94C91}"/>
              </a:ext>
            </a:extLst>
          </p:cNvPr>
          <p:cNvSpPr txBox="1"/>
          <p:nvPr/>
        </p:nvSpPr>
        <p:spPr>
          <a:xfrm>
            <a:off x="8593250" y="1690523"/>
            <a:ext cx="251992" cy="230832"/>
          </a:xfrm>
          <a:prstGeom prst="rect">
            <a:avLst/>
          </a:prstGeom>
          <a:noFill/>
        </p:spPr>
        <p:txBody>
          <a:bodyPr wrap="none" rtlCol="0">
            <a:spAutoFit/>
          </a:bodyPr>
          <a:lstStyle/>
          <a:p>
            <a:r>
              <a:rPr lang="en-US" sz="900" dirty="0"/>
              <a:t>1</a:t>
            </a:r>
          </a:p>
        </p:txBody>
      </p:sp>
      <p:sp>
        <p:nvSpPr>
          <p:cNvPr id="161" name="TextBox 160">
            <a:extLst>
              <a:ext uri="{FF2B5EF4-FFF2-40B4-BE49-F238E27FC236}">
                <a16:creationId xmlns:a16="http://schemas.microsoft.com/office/drawing/2014/main" id="{9226DE1E-0DA1-9BD7-744F-A4FFB913F02E}"/>
              </a:ext>
            </a:extLst>
          </p:cNvPr>
          <p:cNvSpPr txBox="1"/>
          <p:nvPr/>
        </p:nvSpPr>
        <p:spPr>
          <a:xfrm>
            <a:off x="9129146" y="1284103"/>
            <a:ext cx="251992" cy="230832"/>
          </a:xfrm>
          <a:prstGeom prst="rect">
            <a:avLst/>
          </a:prstGeom>
          <a:noFill/>
        </p:spPr>
        <p:txBody>
          <a:bodyPr wrap="none" rtlCol="0">
            <a:spAutoFit/>
          </a:bodyPr>
          <a:lstStyle/>
          <a:p>
            <a:r>
              <a:rPr lang="en-US" sz="900" dirty="0"/>
              <a:t>1</a:t>
            </a:r>
          </a:p>
        </p:txBody>
      </p:sp>
      <p:sp>
        <p:nvSpPr>
          <p:cNvPr id="162" name="Diamond 161">
            <a:extLst>
              <a:ext uri="{FF2B5EF4-FFF2-40B4-BE49-F238E27FC236}">
                <a16:creationId xmlns:a16="http://schemas.microsoft.com/office/drawing/2014/main" id="{40A5F73D-2252-D85F-9ED2-78944CDBB8EA}"/>
              </a:ext>
            </a:extLst>
          </p:cNvPr>
          <p:cNvSpPr/>
          <p:nvPr/>
        </p:nvSpPr>
        <p:spPr>
          <a:xfrm>
            <a:off x="4608686" y="6258803"/>
            <a:ext cx="1237576" cy="46267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contain</a:t>
            </a:r>
          </a:p>
        </p:txBody>
      </p:sp>
      <p:cxnSp>
        <p:nvCxnSpPr>
          <p:cNvPr id="164" name="Straight Connector 163">
            <a:extLst>
              <a:ext uri="{FF2B5EF4-FFF2-40B4-BE49-F238E27FC236}">
                <a16:creationId xmlns:a16="http://schemas.microsoft.com/office/drawing/2014/main" id="{E3E03B4E-38BB-696F-68BF-ABDD5DF453A4}"/>
              </a:ext>
            </a:extLst>
          </p:cNvPr>
          <p:cNvCxnSpPr>
            <a:endCxn id="162" idx="3"/>
          </p:cNvCxnSpPr>
          <p:nvPr/>
        </p:nvCxnSpPr>
        <p:spPr>
          <a:xfrm flipH="1">
            <a:off x="5846262" y="4490884"/>
            <a:ext cx="1563328" cy="1999255"/>
          </a:xfrm>
          <a:prstGeom prst="line">
            <a:avLst/>
          </a:prstGeom>
        </p:spPr>
        <p:style>
          <a:lnRef idx="1">
            <a:schemeClr val="dk1"/>
          </a:lnRef>
          <a:fillRef idx="0">
            <a:schemeClr val="dk1"/>
          </a:fillRef>
          <a:effectRef idx="0">
            <a:schemeClr val="dk1"/>
          </a:effectRef>
          <a:fontRef idx="minor">
            <a:schemeClr val="tx1"/>
          </a:fontRef>
        </p:style>
      </p:cxnSp>
      <p:cxnSp>
        <p:nvCxnSpPr>
          <p:cNvPr id="166" name="Straight Connector 165">
            <a:extLst>
              <a:ext uri="{FF2B5EF4-FFF2-40B4-BE49-F238E27FC236}">
                <a16:creationId xmlns:a16="http://schemas.microsoft.com/office/drawing/2014/main" id="{FF085C04-0DA8-2E6E-E550-0014A7049958}"/>
              </a:ext>
            </a:extLst>
          </p:cNvPr>
          <p:cNvCxnSpPr>
            <a:cxnSpLocks/>
            <a:stCxn id="16" idx="2"/>
          </p:cNvCxnSpPr>
          <p:nvPr/>
        </p:nvCxnSpPr>
        <p:spPr>
          <a:xfrm>
            <a:off x="1546222" y="3911718"/>
            <a:ext cx="574239" cy="2536625"/>
          </a:xfrm>
          <a:prstGeom prst="line">
            <a:avLst/>
          </a:prstGeom>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34B14C7D-6C05-29E1-6BA9-3EC7754F0FCA}"/>
              </a:ext>
            </a:extLst>
          </p:cNvPr>
          <p:cNvCxnSpPr>
            <a:cxnSpLocks/>
            <a:endCxn id="162" idx="1"/>
          </p:cNvCxnSpPr>
          <p:nvPr/>
        </p:nvCxnSpPr>
        <p:spPr>
          <a:xfrm>
            <a:off x="2120461" y="6448343"/>
            <a:ext cx="2488225" cy="41796"/>
          </a:xfrm>
          <a:prstGeom prst="line">
            <a:avLst/>
          </a:prstGeom>
        </p:spPr>
        <p:style>
          <a:lnRef idx="1">
            <a:schemeClr val="dk1"/>
          </a:lnRef>
          <a:fillRef idx="0">
            <a:schemeClr val="dk1"/>
          </a:fillRef>
          <a:effectRef idx="0">
            <a:schemeClr val="dk1"/>
          </a:effectRef>
          <a:fontRef idx="minor">
            <a:schemeClr val="tx1"/>
          </a:fontRef>
        </p:style>
      </p:cxnSp>
      <p:sp>
        <p:nvSpPr>
          <p:cNvPr id="170" name="TextBox 169">
            <a:extLst>
              <a:ext uri="{FF2B5EF4-FFF2-40B4-BE49-F238E27FC236}">
                <a16:creationId xmlns:a16="http://schemas.microsoft.com/office/drawing/2014/main" id="{72B2B01C-A529-3396-CDA7-4F6B1F275F76}"/>
              </a:ext>
            </a:extLst>
          </p:cNvPr>
          <p:cNvSpPr txBox="1"/>
          <p:nvPr/>
        </p:nvSpPr>
        <p:spPr>
          <a:xfrm>
            <a:off x="4430103" y="6268754"/>
            <a:ext cx="272832" cy="230832"/>
          </a:xfrm>
          <a:prstGeom prst="rect">
            <a:avLst/>
          </a:prstGeom>
          <a:noFill/>
        </p:spPr>
        <p:txBody>
          <a:bodyPr wrap="none" rtlCol="0">
            <a:spAutoFit/>
          </a:bodyPr>
          <a:lstStyle/>
          <a:p>
            <a:r>
              <a:rPr lang="en-US" sz="900" dirty="0"/>
              <a:t>N</a:t>
            </a:r>
          </a:p>
        </p:txBody>
      </p:sp>
      <p:sp>
        <p:nvSpPr>
          <p:cNvPr id="171" name="TextBox 170">
            <a:extLst>
              <a:ext uri="{FF2B5EF4-FFF2-40B4-BE49-F238E27FC236}">
                <a16:creationId xmlns:a16="http://schemas.microsoft.com/office/drawing/2014/main" id="{4A253287-3BA8-EC7E-568D-06488749E805}"/>
              </a:ext>
            </a:extLst>
          </p:cNvPr>
          <p:cNvSpPr txBox="1"/>
          <p:nvPr/>
        </p:nvSpPr>
        <p:spPr>
          <a:xfrm>
            <a:off x="5672623" y="6246591"/>
            <a:ext cx="287258" cy="230832"/>
          </a:xfrm>
          <a:prstGeom prst="rect">
            <a:avLst/>
          </a:prstGeom>
          <a:noFill/>
        </p:spPr>
        <p:txBody>
          <a:bodyPr wrap="none" rtlCol="0">
            <a:spAutoFit/>
          </a:bodyPr>
          <a:lstStyle/>
          <a:p>
            <a:r>
              <a:rPr lang="en-US" sz="900" dirty="0"/>
              <a:t>M</a:t>
            </a:r>
          </a:p>
        </p:txBody>
      </p:sp>
      <p:sp>
        <p:nvSpPr>
          <p:cNvPr id="172" name="Diamond 171">
            <a:extLst>
              <a:ext uri="{FF2B5EF4-FFF2-40B4-BE49-F238E27FC236}">
                <a16:creationId xmlns:a16="http://schemas.microsoft.com/office/drawing/2014/main" id="{49D2AC79-08C8-B26D-801A-9F741A6E325C}"/>
              </a:ext>
            </a:extLst>
          </p:cNvPr>
          <p:cNvSpPr/>
          <p:nvPr/>
        </p:nvSpPr>
        <p:spPr>
          <a:xfrm>
            <a:off x="8335788" y="4626085"/>
            <a:ext cx="1021753"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apply</a:t>
            </a:r>
          </a:p>
        </p:txBody>
      </p:sp>
      <p:cxnSp>
        <p:nvCxnSpPr>
          <p:cNvPr id="174" name="Straight Connector 173">
            <a:extLst>
              <a:ext uri="{FF2B5EF4-FFF2-40B4-BE49-F238E27FC236}">
                <a16:creationId xmlns:a16="http://schemas.microsoft.com/office/drawing/2014/main" id="{59611CCA-88DE-7F3A-3E52-15C245AF0F5D}"/>
              </a:ext>
            </a:extLst>
          </p:cNvPr>
          <p:cNvCxnSpPr>
            <a:endCxn id="172" idx="0"/>
          </p:cNvCxnSpPr>
          <p:nvPr/>
        </p:nvCxnSpPr>
        <p:spPr>
          <a:xfrm>
            <a:off x="8807148" y="4406985"/>
            <a:ext cx="39517" cy="219100"/>
          </a:xfrm>
          <a:prstGeom prst="line">
            <a:avLst/>
          </a:prstGeom>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8760DBCF-CEDD-1BCC-A40B-8C3B8AF405BA}"/>
              </a:ext>
            </a:extLst>
          </p:cNvPr>
          <p:cNvCxnSpPr>
            <a:stCxn id="172" idx="2"/>
            <a:endCxn id="76" idx="3"/>
          </p:cNvCxnSpPr>
          <p:nvPr/>
        </p:nvCxnSpPr>
        <p:spPr>
          <a:xfrm flipH="1">
            <a:off x="8755677" y="5090186"/>
            <a:ext cx="90988" cy="800252"/>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305D871B-67E6-64F9-F8A1-06227099249E}"/>
              </a:ext>
            </a:extLst>
          </p:cNvPr>
          <p:cNvSpPr txBox="1"/>
          <p:nvPr/>
        </p:nvSpPr>
        <p:spPr>
          <a:xfrm>
            <a:off x="8785764" y="4431945"/>
            <a:ext cx="287258" cy="230832"/>
          </a:xfrm>
          <a:prstGeom prst="rect">
            <a:avLst/>
          </a:prstGeom>
          <a:noFill/>
        </p:spPr>
        <p:txBody>
          <a:bodyPr wrap="none" rtlCol="0">
            <a:spAutoFit/>
          </a:bodyPr>
          <a:lstStyle/>
          <a:p>
            <a:r>
              <a:rPr lang="en-US" sz="900" dirty="0"/>
              <a:t>M</a:t>
            </a:r>
          </a:p>
        </p:txBody>
      </p:sp>
      <p:sp>
        <p:nvSpPr>
          <p:cNvPr id="178" name="TextBox 177">
            <a:extLst>
              <a:ext uri="{FF2B5EF4-FFF2-40B4-BE49-F238E27FC236}">
                <a16:creationId xmlns:a16="http://schemas.microsoft.com/office/drawing/2014/main" id="{99275B61-31A8-2B47-72DC-00850F2FBFEC}"/>
              </a:ext>
            </a:extLst>
          </p:cNvPr>
          <p:cNvSpPr txBox="1"/>
          <p:nvPr/>
        </p:nvSpPr>
        <p:spPr>
          <a:xfrm>
            <a:off x="8798075" y="5037430"/>
            <a:ext cx="251992" cy="230832"/>
          </a:xfrm>
          <a:prstGeom prst="rect">
            <a:avLst/>
          </a:prstGeom>
          <a:noFill/>
        </p:spPr>
        <p:txBody>
          <a:bodyPr wrap="none" rtlCol="0">
            <a:spAutoFit/>
          </a:bodyPr>
          <a:lstStyle/>
          <a:p>
            <a:r>
              <a:rPr lang="en-US" sz="900" dirty="0"/>
              <a:t>1</a:t>
            </a:r>
          </a:p>
        </p:txBody>
      </p:sp>
      <p:sp>
        <p:nvSpPr>
          <p:cNvPr id="179" name="Diamond 178">
            <a:extLst>
              <a:ext uri="{FF2B5EF4-FFF2-40B4-BE49-F238E27FC236}">
                <a16:creationId xmlns:a16="http://schemas.microsoft.com/office/drawing/2014/main" id="{4DA6F43B-B250-1FB2-9ECC-2299AA5FB2E1}"/>
              </a:ext>
            </a:extLst>
          </p:cNvPr>
          <p:cNvSpPr/>
          <p:nvPr/>
        </p:nvSpPr>
        <p:spPr>
          <a:xfrm>
            <a:off x="7790094" y="187396"/>
            <a:ext cx="1147429" cy="4641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places</a:t>
            </a:r>
          </a:p>
        </p:txBody>
      </p:sp>
      <p:cxnSp>
        <p:nvCxnSpPr>
          <p:cNvPr id="181" name="Straight Connector 180">
            <a:extLst>
              <a:ext uri="{FF2B5EF4-FFF2-40B4-BE49-F238E27FC236}">
                <a16:creationId xmlns:a16="http://schemas.microsoft.com/office/drawing/2014/main" id="{98EDCCF4-9033-39BD-C6E9-013165943174}"/>
              </a:ext>
            </a:extLst>
          </p:cNvPr>
          <p:cNvCxnSpPr>
            <a:stCxn id="179" idx="1"/>
            <a:endCxn id="8" idx="0"/>
          </p:cNvCxnSpPr>
          <p:nvPr/>
        </p:nvCxnSpPr>
        <p:spPr>
          <a:xfrm flipH="1">
            <a:off x="6830032" y="419447"/>
            <a:ext cx="960062" cy="144938"/>
          </a:xfrm>
          <a:prstGeom prst="line">
            <a:avLst/>
          </a:prstGeom>
        </p:spPr>
        <p:style>
          <a:lnRef idx="1">
            <a:schemeClr val="dk1"/>
          </a:lnRef>
          <a:fillRef idx="0">
            <a:schemeClr val="dk1"/>
          </a:fillRef>
          <a:effectRef idx="0">
            <a:schemeClr val="dk1"/>
          </a:effectRef>
          <a:fontRef idx="minor">
            <a:schemeClr val="tx1"/>
          </a:fontRef>
        </p:style>
      </p:cxnSp>
      <p:cxnSp>
        <p:nvCxnSpPr>
          <p:cNvPr id="183" name="Straight Connector 182">
            <a:extLst>
              <a:ext uri="{FF2B5EF4-FFF2-40B4-BE49-F238E27FC236}">
                <a16:creationId xmlns:a16="http://schemas.microsoft.com/office/drawing/2014/main" id="{5B4D899E-B103-2CF8-C2BE-47C8B2CBA9F2}"/>
              </a:ext>
            </a:extLst>
          </p:cNvPr>
          <p:cNvCxnSpPr>
            <a:stCxn id="179" idx="2"/>
            <a:endCxn id="44" idx="0"/>
          </p:cNvCxnSpPr>
          <p:nvPr/>
        </p:nvCxnSpPr>
        <p:spPr>
          <a:xfrm flipH="1">
            <a:off x="8066385" y="651497"/>
            <a:ext cx="297424" cy="1715619"/>
          </a:xfrm>
          <a:prstGeom prst="line">
            <a:avLst/>
          </a:prstGeom>
        </p:spPr>
        <p:style>
          <a:lnRef idx="1">
            <a:schemeClr val="dk1"/>
          </a:lnRef>
          <a:fillRef idx="0">
            <a:schemeClr val="dk1"/>
          </a:fillRef>
          <a:effectRef idx="0">
            <a:schemeClr val="dk1"/>
          </a:effectRef>
          <a:fontRef idx="minor">
            <a:schemeClr val="tx1"/>
          </a:fontRef>
        </p:style>
      </p:cxnSp>
      <p:sp>
        <p:nvSpPr>
          <p:cNvPr id="184" name="TextBox 183">
            <a:extLst>
              <a:ext uri="{FF2B5EF4-FFF2-40B4-BE49-F238E27FC236}">
                <a16:creationId xmlns:a16="http://schemas.microsoft.com/office/drawing/2014/main" id="{183B6C99-5B53-E1FE-4227-8F0659A013AC}"/>
              </a:ext>
            </a:extLst>
          </p:cNvPr>
          <p:cNvSpPr txBox="1"/>
          <p:nvPr/>
        </p:nvSpPr>
        <p:spPr>
          <a:xfrm>
            <a:off x="7630867" y="202587"/>
            <a:ext cx="251992" cy="230832"/>
          </a:xfrm>
          <a:prstGeom prst="rect">
            <a:avLst/>
          </a:prstGeom>
          <a:noFill/>
        </p:spPr>
        <p:txBody>
          <a:bodyPr wrap="none" rtlCol="0">
            <a:spAutoFit/>
          </a:bodyPr>
          <a:lstStyle/>
          <a:p>
            <a:r>
              <a:rPr lang="en-US" sz="900" dirty="0"/>
              <a:t>1</a:t>
            </a:r>
          </a:p>
        </p:txBody>
      </p:sp>
      <p:sp>
        <p:nvSpPr>
          <p:cNvPr id="185" name="TextBox 184">
            <a:extLst>
              <a:ext uri="{FF2B5EF4-FFF2-40B4-BE49-F238E27FC236}">
                <a16:creationId xmlns:a16="http://schemas.microsoft.com/office/drawing/2014/main" id="{CD7F6CDD-75F4-94BB-85A9-C68E71D4215B}"/>
              </a:ext>
            </a:extLst>
          </p:cNvPr>
          <p:cNvSpPr txBox="1"/>
          <p:nvPr/>
        </p:nvSpPr>
        <p:spPr>
          <a:xfrm>
            <a:off x="8342696" y="619359"/>
            <a:ext cx="272832" cy="230832"/>
          </a:xfrm>
          <a:prstGeom prst="rect">
            <a:avLst/>
          </a:prstGeom>
          <a:noFill/>
        </p:spPr>
        <p:txBody>
          <a:bodyPr wrap="none" rtlCol="0">
            <a:spAutoFit/>
          </a:bodyPr>
          <a:lstStyle/>
          <a:p>
            <a:r>
              <a:rPr lang="en-US" sz="900" dirty="0"/>
              <a:t>N</a:t>
            </a:r>
          </a:p>
        </p:txBody>
      </p:sp>
    </p:spTree>
    <p:extLst>
      <p:ext uri="{BB962C8B-B14F-4D97-AF65-F5344CB8AC3E}">
        <p14:creationId xmlns:p14="http://schemas.microsoft.com/office/powerpoint/2010/main" val="233112071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 name="Rectangle 68">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69">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1" name="Rectangle 70">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2" name="Freeform: Shape 71">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3" name="Freeform: Shape 7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39A445-E97F-0F1B-8D24-76EBE59A81DF}"/>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a:t>DB Tables</a:t>
            </a:r>
            <a:endParaRPr lang="en-US" sz="4000" dirty="0"/>
          </a:p>
        </p:txBody>
      </p:sp>
      <p:sp>
        <p:nvSpPr>
          <p:cNvPr id="74" name="Rectangle 7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5" name="Content Placeholder 2">
            <a:extLst>
              <a:ext uri="{FF2B5EF4-FFF2-40B4-BE49-F238E27FC236}">
                <a16:creationId xmlns:a16="http://schemas.microsoft.com/office/drawing/2014/main" id="{4BBCDABC-9B95-CFFE-A64B-137ABA2CC8E9}"/>
              </a:ext>
            </a:extLst>
          </p:cNvPr>
          <p:cNvGraphicFramePr>
            <a:graphicFrameLocks noGrp="1"/>
          </p:cNvGraphicFramePr>
          <p:nvPr>
            <p:ph idx="1"/>
            <p:extLst>
              <p:ext uri="{D42A27DB-BD31-4B8C-83A1-F6EECF244321}">
                <p14:modId xmlns:p14="http://schemas.microsoft.com/office/powerpoint/2010/main" val="1860701100"/>
              </p:ext>
            </p:extLst>
          </p:nvPr>
        </p:nvGraphicFramePr>
        <p:xfrm>
          <a:off x="5115937" y="478687"/>
          <a:ext cx="5916603" cy="5788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B4DC5382-3CDA-4EE8-3851-B083BD3FF29C}"/>
              </a:ext>
            </a:extLst>
          </p:cNvPr>
          <p:cNvSpPr>
            <a:spLocks noGrp="1"/>
          </p:cNvSpPr>
          <p:nvPr>
            <p:ph type="sldNum" sz="quarter" idx="12"/>
          </p:nvPr>
        </p:nvSpPr>
        <p:spPr>
          <a:xfrm>
            <a:off x="10351362" y="6356350"/>
            <a:ext cx="1002437"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7</a:t>
            </a:fld>
            <a:endParaRPr lang="en-US"/>
          </a:p>
        </p:txBody>
      </p:sp>
    </p:spTree>
    <p:extLst>
      <p:ext uri="{BB962C8B-B14F-4D97-AF65-F5344CB8AC3E}">
        <p14:creationId xmlns:p14="http://schemas.microsoft.com/office/powerpoint/2010/main" val="133998827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3" name="Rectangle 42">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 name="Rectangle 44">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E9372-10C9-4FE2-AA18-D3757770284E}"/>
              </a:ext>
            </a:extLst>
          </p:cNvPr>
          <p:cNvSpPr>
            <a:spLocks noGrp="1"/>
          </p:cNvSpPr>
          <p:nvPr>
            <p:ph type="title"/>
          </p:nvPr>
        </p:nvSpPr>
        <p:spPr>
          <a:xfrm>
            <a:off x="841248" y="685800"/>
            <a:ext cx="10506456" cy="1157005"/>
          </a:xfrm>
        </p:spPr>
        <p:txBody>
          <a:bodyPr vert="horz" lIns="91440" tIns="45720" rIns="91440" bIns="45720" rtlCol="0" anchor="b">
            <a:normAutofit/>
          </a:bodyPr>
          <a:lstStyle/>
          <a:p>
            <a:r>
              <a:rPr lang="en-US" sz="4800"/>
              <a:t>Future Work </a:t>
            </a:r>
            <a:endParaRPr lang="en-US" sz="4800" dirty="0"/>
          </a:p>
        </p:txBody>
      </p:sp>
      <p:sp>
        <p:nvSpPr>
          <p:cNvPr id="46" name="Rectangle 45">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891003F3-F17A-4CAC-B7CA-4C498BA84E7B}"/>
              </a:ext>
            </a:extLst>
          </p:cNvPr>
          <p:cNvSpPr>
            <a:spLocks noGrp="1"/>
          </p:cNvSpPr>
          <p:nvPr>
            <p:ph type="sldNum" sz="quarter" idx="20"/>
          </p:nvPr>
        </p:nvSpPr>
        <p:spPr>
          <a:xfrm>
            <a:off x="8860536" y="6356350"/>
            <a:ext cx="2490216"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8</a:t>
            </a:fld>
            <a:endParaRPr lang="en-US"/>
          </a:p>
        </p:txBody>
      </p:sp>
      <p:graphicFrame>
        <p:nvGraphicFramePr>
          <p:cNvPr id="11" name="Content Placeholder 2">
            <a:extLst>
              <a:ext uri="{FF2B5EF4-FFF2-40B4-BE49-F238E27FC236}">
                <a16:creationId xmlns:a16="http://schemas.microsoft.com/office/drawing/2014/main" id="{5AA178E9-9729-07D4-B40F-6BBC61BDA7B1}"/>
              </a:ext>
            </a:extLst>
          </p:cNvPr>
          <p:cNvGraphicFramePr>
            <a:graphicFrameLocks noGrp="1"/>
          </p:cNvGraphicFramePr>
          <p:nvPr>
            <p:ph idx="1"/>
            <p:extLst>
              <p:ext uri="{D42A27DB-BD31-4B8C-83A1-F6EECF244321}">
                <p14:modId xmlns:p14="http://schemas.microsoft.com/office/powerpoint/2010/main" val="3972650889"/>
              </p:ext>
            </p:extLst>
          </p:nvPr>
        </p:nvGraphicFramePr>
        <p:xfrm>
          <a:off x="838200" y="2295252"/>
          <a:ext cx="10506456" cy="387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579283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E9372-10C9-4FE2-AA18-D3757770284E}"/>
              </a:ext>
            </a:extLst>
          </p:cNvPr>
          <p:cNvSpPr>
            <a:spLocks noGrp="1"/>
          </p:cNvSpPr>
          <p:nvPr>
            <p:ph type="title"/>
          </p:nvPr>
        </p:nvSpPr>
        <p:spPr>
          <a:xfrm>
            <a:off x="841248" y="685800"/>
            <a:ext cx="10506456" cy="1157005"/>
          </a:xfrm>
        </p:spPr>
        <p:txBody>
          <a:bodyPr vert="horz" lIns="91440" tIns="45720" rIns="91440" bIns="45720" rtlCol="0" anchor="b">
            <a:normAutofit/>
          </a:bodyPr>
          <a:lstStyle/>
          <a:p>
            <a:r>
              <a:rPr lang="en-US" sz="4800"/>
              <a:t>Challenges </a:t>
            </a:r>
          </a:p>
        </p:txBody>
      </p:sp>
      <p:sp>
        <p:nvSpPr>
          <p:cNvPr id="23" name="Rectangle 22">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891003F3-F17A-4CAC-B7CA-4C498BA84E7B}"/>
              </a:ext>
            </a:extLst>
          </p:cNvPr>
          <p:cNvSpPr>
            <a:spLocks noGrp="1"/>
          </p:cNvSpPr>
          <p:nvPr>
            <p:ph type="sldNum" sz="quarter" idx="20"/>
          </p:nvPr>
        </p:nvSpPr>
        <p:spPr>
          <a:xfrm>
            <a:off x="8860536" y="6356350"/>
            <a:ext cx="2490216"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9</a:t>
            </a:fld>
            <a:endParaRPr lang="en-US"/>
          </a:p>
        </p:txBody>
      </p:sp>
      <p:graphicFrame>
        <p:nvGraphicFramePr>
          <p:cNvPr id="11" name="Content Placeholder 2">
            <a:extLst>
              <a:ext uri="{FF2B5EF4-FFF2-40B4-BE49-F238E27FC236}">
                <a16:creationId xmlns:a16="http://schemas.microsoft.com/office/drawing/2014/main" id="{5AA178E9-9729-07D4-B40F-6BBC61BDA7B1}"/>
              </a:ext>
            </a:extLst>
          </p:cNvPr>
          <p:cNvGraphicFramePr>
            <a:graphicFrameLocks noGrp="1"/>
          </p:cNvGraphicFramePr>
          <p:nvPr>
            <p:ph idx="1"/>
          </p:nvPr>
        </p:nvGraphicFramePr>
        <p:xfrm>
          <a:off x="838200" y="2295252"/>
          <a:ext cx="10506456" cy="387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20040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7" name="Rectangle 66">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hite speech bubble with words&#10;&#10;Description automatically generated">
            <a:extLst>
              <a:ext uri="{FF2B5EF4-FFF2-40B4-BE49-F238E27FC236}">
                <a16:creationId xmlns:a16="http://schemas.microsoft.com/office/drawing/2014/main" id="{E50AD919-D402-E444-8666-F9DAD467F408}"/>
              </a:ext>
            </a:extLst>
          </p:cNvPr>
          <p:cNvPicPr>
            <a:picLocks noChangeAspect="1"/>
          </p:cNvPicPr>
          <p:nvPr/>
        </p:nvPicPr>
        <p:blipFill>
          <a:blip r:embed="rId2"/>
          <a:srcRect l="2075" r="5481"/>
          <a:stretch>
            <a:fillRect/>
          </a:stretch>
        </p:blipFill>
        <p:spPr>
          <a:xfrm>
            <a:off x="21" y="-3"/>
            <a:ext cx="12191979" cy="6857990"/>
          </a:xfrm>
          <a:prstGeom prst="rect">
            <a:avLst/>
          </a:prstGeom>
        </p:spPr>
      </p:pic>
      <p:sp>
        <p:nvSpPr>
          <p:cNvPr id="69" name="Rectangle 68">
            <a:extLst>
              <a:ext uri="{FF2B5EF4-FFF2-40B4-BE49-F238E27FC236}">
                <a16:creationId xmlns:a16="http://schemas.microsoft.com/office/drawing/2014/main" id="{9FA98EAA-A866-4C95-A2A8-44E46FBA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gradFill flip="none" rotWithShape="1">
            <a:gsLst>
              <a:gs pos="56000">
                <a:schemeClr val="tx1">
                  <a:alpha val="40000"/>
                </a:schemeClr>
              </a:gs>
              <a:gs pos="100000">
                <a:schemeClr val="tx1">
                  <a:alpha val="8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FFF3A81-7BE8-9411-A61C-87B27AD39B27}"/>
              </a:ext>
            </a:extLst>
          </p:cNvPr>
          <p:cNvSpPr>
            <a:spLocks noGrp="1"/>
          </p:cNvSpPr>
          <p:nvPr>
            <p:ph type="body" idx="1"/>
          </p:nvPr>
        </p:nvSpPr>
        <p:spPr>
          <a:xfrm>
            <a:off x="2615738" y="5680637"/>
            <a:ext cx="6960524" cy="598516"/>
          </a:xfrm>
        </p:spPr>
        <p:txBody>
          <a:bodyPr vert="horz" lIns="91440" tIns="45720" rIns="91440" bIns="45720" rtlCol="0" anchor="t">
            <a:normAutofit/>
          </a:bodyPr>
          <a:lstStyle/>
          <a:p>
            <a:pPr algn="ctr"/>
            <a:r>
              <a:rPr lang="en-US" sz="2000"/>
              <a:t>For your attention!</a:t>
            </a:r>
          </a:p>
        </p:txBody>
      </p:sp>
    </p:spTree>
    <p:extLst>
      <p:ext uri="{BB962C8B-B14F-4D97-AF65-F5344CB8AC3E}">
        <p14:creationId xmlns:p14="http://schemas.microsoft.com/office/powerpoint/2010/main" val="944630023"/>
      </p:ext>
    </p:extLst>
  </p:cSld>
  <p:clrMapOvr>
    <a:masterClrMapping/>
  </p:clrMapOvr>
  <p:transition spd="slow">
    <p:wipe/>
  </p:transition>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0D7697-8E53-4EA8-8CBB-9C19575257B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927DC71-2909-427C-BDB0-3E47E2101517}">
  <ds:schemaRefs>
    <ds:schemaRef ds:uri="http://schemas.microsoft.com/sharepoint/v3/contenttype/forms"/>
  </ds:schemaRefs>
</ds:datastoreItem>
</file>

<file path=customXml/itemProps3.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AccentBox presentation</Template>
  <TotalTime>4812</TotalTime>
  <Words>767</Words>
  <Application>Microsoft Office PowerPoint</Application>
  <PresentationFormat>Widescreen</PresentationFormat>
  <Paragraphs>143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vt:lpstr>
      <vt:lpstr>Calibri</vt:lpstr>
      <vt:lpstr>Segoe UI</vt:lpstr>
      <vt:lpstr>AccentBoxVTI</vt:lpstr>
      <vt:lpstr>CSCI490-Senior Presentation</vt:lpstr>
      <vt:lpstr>Introduction</vt:lpstr>
      <vt:lpstr>Objectives </vt:lpstr>
      <vt:lpstr>Technologies Used</vt:lpstr>
      <vt:lpstr>Story Board</vt:lpstr>
      <vt:lpstr>ERD</vt:lpstr>
      <vt:lpstr>DB Tables</vt:lpstr>
      <vt:lpstr>Future Work </vt:lpstr>
      <vt:lpstr>Challenges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hunter1981 birds</dc:creator>
  <cp:lastModifiedBy>hunter1981 birds</cp:lastModifiedBy>
  <cp:revision>2</cp:revision>
  <dcterms:created xsi:type="dcterms:W3CDTF">2025-10-04T09:28:40Z</dcterms:created>
  <dcterms:modified xsi:type="dcterms:W3CDTF">2025-12-31T14:11:22Z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