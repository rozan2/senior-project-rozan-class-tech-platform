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87B26-BC4B-4356-9EE0-6C2428E4E650}" v="5" dt="2026-01-01T12:38:34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er1981 birds" userId="90250015b3d51534" providerId="LiveId" clId="{EC687B26-BC4B-4356-9EE0-6C2428E4E650}"/>
    <pc:docChg chg="undo custSel modSld">
      <pc:chgData name="hunter1981 birds" userId="90250015b3d51534" providerId="LiveId" clId="{EC687B26-BC4B-4356-9EE0-6C2428E4E650}" dt="2026-01-01T12:47:57.269" v="204" actId="11529"/>
      <pc:docMkLst>
        <pc:docMk/>
      </pc:docMkLst>
      <pc:sldChg chg="addSp delSp modSp mod">
        <pc:chgData name="hunter1981 birds" userId="90250015b3d51534" providerId="LiveId" clId="{EC687B26-BC4B-4356-9EE0-6C2428E4E650}" dt="2026-01-01T12:47:57.269" v="204" actId="11529"/>
        <pc:sldMkLst>
          <pc:docMk/>
          <pc:sldMk cId="482555950" sldId="257"/>
        </pc:sldMkLst>
        <pc:spChg chg="add mod">
          <ac:chgData name="hunter1981 birds" userId="90250015b3d51534" providerId="LiveId" clId="{EC687B26-BC4B-4356-9EE0-6C2428E4E650}" dt="2026-01-01T12:47:04.645" v="193" actId="1076"/>
          <ac:spMkLst>
            <pc:docMk/>
            <pc:sldMk cId="482555950" sldId="257"/>
            <ac:spMk id="2" creationId="{8F65BC98-47A1-9552-FC5C-B7043920B487}"/>
          </ac:spMkLst>
        </pc:spChg>
        <pc:spChg chg="mod">
          <ac:chgData name="hunter1981 birds" userId="90250015b3d51534" providerId="LiveId" clId="{EC687B26-BC4B-4356-9EE0-6C2428E4E650}" dt="2026-01-01T12:36:33.688" v="71" actId="1076"/>
          <ac:spMkLst>
            <pc:docMk/>
            <pc:sldMk cId="482555950" sldId="257"/>
            <ac:spMk id="4" creationId="{38258762-6367-6EEB-9F1C-08BADF0313DC}"/>
          </ac:spMkLst>
        </pc:spChg>
        <pc:spChg chg="add mod">
          <ac:chgData name="hunter1981 birds" userId="90250015b3d51534" providerId="LiveId" clId="{EC687B26-BC4B-4356-9EE0-6C2428E4E650}" dt="2026-01-01T12:47:17.018" v="197" actId="1076"/>
          <ac:spMkLst>
            <pc:docMk/>
            <pc:sldMk cId="482555950" sldId="257"/>
            <ac:spMk id="12" creationId="{F09C2DC5-D13D-DD9F-684D-9FCDFAFC5BC4}"/>
          </ac:spMkLst>
        </pc:spChg>
        <pc:spChg chg="add mod">
          <ac:chgData name="hunter1981 birds" userId="90250015b3d51534" providerId="LiveId" clId="{EC687B26-BC4B-4356-9EE0-6C2428E4E650}" dt="2026-01-01T12:47:27.488" v="200" actId="1076"/>
          <ac:spMkLst>
            <pc:docMk/>
            <pc:sldMk cId="482555950" sldId="257"/>
            <ac:spMk id="21" creationId="{2473BB9B-C0C8-97CC-AA24-F5A77B61F4B0}"/>
          </ac:spMkLst>
        </pc:spChg>
        <pc:spChg chg="add mod">
          <ac:chgData name="hunter1981 birds" userId="90250015b3d51534" providerId="LiveId" clId="{EC687B26-BC4B-4356-9EE0-6C2428E4E650}" dt="2026-01-01T12:47:47.455" v="203" actId="1076"/>
          <ac:spMkLst>
            <pc:docMk/>
            <pc:sldMk cId="482555950" sldId="257"/>
            <ac:spMk id="31" creationId="{9E978162-42CA-6E2A-DB57-958BA5C5B344}"/>
          </ac:spMkLst>
        </pc:spChg>
        <pc:spChg chg="mod">
          <ac:chgData name="hunter1981 birds" userId="90250015b3d51534" providerId="LiveId" clId="{EC687B26-BC4B-4356-9EE0-6C2428E4E650}" dt="2026-01-01T12:46:42.705" v="186" actId="14100"/>
          <ac:spMkLst>
            <pc:docMk/>
            <pc:sldMk cId="482555950" sldId="257"/>
            <ac:spMk id="107" creationId="{BECE0CD2-1159-34EF-5D0B-3B313F23A0B7}"/>
          </ac:spMkLst>
        </pc:spChg>
        <pc:spChg chg="mod">
          <ac:chgData name="hunter1981 birds" userId="90250015b3d51534" providerId="LiveId" clId="{EC687B26-BC4B-4356-9EE0-6C2428E4E650}" dt="2026-01-01T12:46:48.700" v="188" actId="1076"/>
          <ac:spMkLst>
            <pc:docMk/>
            <pc:sldMk cId="482555950" sldId="257"/>
            <ac:spMk id="108" creationId="{FC5E6A7E-516F-910A-2C65-E801F0C8520C}"/>
          </ac:spMkLst>
        </pc:spChg>
        <pc:spChg chg="mod">
          <ac:chgData name="hunter1981 birds" userId="90250015b3d51534" providerId="LiveId" clId="{EC687B26-BC4B-4356-9EE0-6C2428E4E650}" dt="2026-01-01T12:46:56.117" v="191" actId="1076"/>
          <ac:spMkLst>
            <pc:docMk/>
            <pc:sldMk cId="482555950" sldId="257"/>
            <ac:spMk id="109" creationId="{7CF9550B-1065-F46E-CC9B-CA157BB34523}"/>
          </ac:spMkLst>
        </pc:spChg>
        <pc:cxnChg chg="add mod">
          <ac:chgData name="hunter1981 birds" userId="90250015b3d51534" providerId="LiveId" clId="{EC687B26-BC4B-4356-9EE0-6C2428E4E650}" dt="2026-01-01T12:47:14.423" v="196" actId="14100"/>
          <ac:cxnSpMkLst>
            <pc:docMk/>
            <pc:sldMk cId="482555950" sldId="257"/>
            <ac:cxnSpMk id="6" creationId="{2E093D5A-9C01-2881-18A4-B6B411AFCA09}"/>
          </ac:cxnSpMkLst>
        </pc:cxnChg>
        <pc:cxnChg chg="add mod">
          <ac:chgData name="hunter1981 birds" userId="90250015b3d51534" providerId="LiveId" clId="{EC687B26-BC4B-4356-9EE0-6C2428E4E650}" dt="2026-01-01T12:47:42.440" v="202" actId="14100"/>
          <ac:cxnSpMkLst>
            <pc:docMk/>
            <pc:sldMk cId="482555950" sldId="257"/>
            <ac:cxnSpMk id="10" creationId="{CEB304E9-9214-AA42-B65D-F7A94A8F28A0}"/>
          </ac:cxnSpMkLst>
        </pc:cxnChg>
        <pc:cxnChg chg="add del mod">
          <ac:chgData name="hunter1981 birds" userId="90250015b3d51534" providerId="LiveId" clId="{EC687B26-BC4B-4356-9EE0-6C2428E4E650}" dt="2026-01-01T12:39:56.283" v="169" actId="478"/>
          <ac:cxnSpMkLst>
            <pc:docMk/>
            <pc:sldMk cId="482555950" sldId="257"/>
            <ac:cxnSpMk id="25" creationId="{5732213F-F5A5-1C88-90EE-6F9459B7F633}"/>
          </ac:cxnSpMkLst>
        </pc:cxnChg>
        <pc:cxnChg chg="add mod">
          <ac:chgData name="hunter1981 birds" userId="90250015b3d51534" providerId="LiveId" clId="{EC687B26-BC4B-4356-9EE0-6C2428E4E650}" dt="2026-01-01T12:47:34.701" v="201" actId="14100"/>
          <ac:cxnSpMkLst>
            <pc:docMk/>
            <pc:sldMk cId="482555950" sldId="257"/>
            <ac:cxnSpMk id="72" creationId="{86BF020A-BD0D-0475-66D1-9CBDF1821D68}"/>
          </ac:cxnSpMkLst>
        </pc:cxnChg>
        <pc:cxnChg chg="add">
          <ac:chgData name="hunter1981 birds" userId="90250015b3d51534" providerId="LiveId" clId="{EC687B26-BC4B-4356-9EE0-6C2428E4E650}" dt="2026-01-01T12:47:57.269" v="204" actId="11529"/>
          <ac:cxnSpMkLst>
            <pc:docMk/>
            <pc:sldMk cId="482555950" sldId="257"/>
            <ac:cxnSpMk id="93" creationId="{B9342A6F-11AB-56BD-9C1A-A67D7F88270D}"/>
          </ac:cxnSpMkLst>
        </pc:cxnChg>
        <pc:cxnChg chg="mod">
          <ac:chgData name="hunter1981 birds" userId="90250015b3d51534" providerId="LiveId" clId="{EC687B26-BC4B-4356-9EE0-6C2428E4E650}" dt="2026-01-01T12:46:46.419" v="187" actId="14100"/>
          <ac:cxnSpMkLst>
            <pc:docMk/>
            <pc:sldMk cId="482555950" sldId="257"/>
            <ac:cxnSpMk id="112" creationId="{D0CBEE35-9B18-99BE-7016-278E188D254C}"/>
          </ac:cxnSpMkLst>
        </pc:cxnChg>
        <pc:cxnChg chg="mod">
          <ac:chgData name="hunter1981 birds" userId="90250015b3d51534" providerId="LiveId" clId="{EC687B26-BC4B-4356-9EE0-6C2428E4E650}" dt="2026-01-01T12:46:54.044" v="190" actId="14100"/>
          <ac:cxnSpMkLst>
            <pc:docMk/>
            <pc:sldMk cId="482555950" sldId="257"/>
            <ac:cxnSpMk id="114" creationId="{A7C588C0-93C8-7CF4-DDDB-3F54922C35E5}"/>
          </ac:cxnSpMkLst>
        </pc:cxnChg>
        <pc:cxnChg chg="mod">
          <ac:chgData name="hunter1981 birds" userId="90250015b3d51534" providerId="LiveId" clId="{EC687B26-BC4B-4356-9EE0-6C2428E4E650}" dt="2026-01-01T12:47:00.730" v="192" actId="14100"/>
          <ac:cxnSpMkLst>
            <pc:docMk/>
            <pc:sldMk cId="482555950" sldId="257"/>
            <ac:cxnSpMk id="116" creationId="{9FAD33AB-B774-4B9E-4A35-A69F11B950B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7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4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7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4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6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50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76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08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4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90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9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blue abstract watercolor pattern on a white background">
            <a:extLst>
              <a:ext uri="{FF2B5EF4-FFF2-40B4-BE49-F238E27FC236}">
                <a16:creationId xmlns:a16="http://schemas.microsoft.com/office/drawing/2014/main" id="{47716E74-40D3-EC04-9542-D8D1CB65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4" b="1086"/>
          <a:stretch>
            <a:fillRect/>
          </a:stretch>
        </p:blipFill>
        <p:spPr>
          <a:xfrm>
            <a:off x="1" y="-1615736"/>
            <a:ext cx="12192000" cy="847373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4539"/>
            <a:ext cx="12188952" cy="2368866"/>
          </a:xfrm>
          <a:prstGeom prst="rect">
            <a:avLst/>
          </a:prstGeom>
          <a:gradFill>
            <a:gsLst>
              <a:gs pos="42000">
                <a:srgbClr val="000000">
                  <a:alpha val="16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2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E178A-70B7-E552-84EE-795A12014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8"/>
            <a:ext cx="9906000" cy="387114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Use Case diagram</a:t>
            </a: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888006"/>
            <a:ext cx="12188952" cy="1969994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239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258762-6367-6EEB-9F1C-08BADF0313DC}"/>
              </a:ext>
            </a:extLst>
          </p:cNvPr>
          <p:cNvSpPr/>
          <p:nvPr/>
        </p:nvSpPr>
        <p:spPr>
          <a:xfrm>
            <a:off x="2089150" y="1211024"/>
            <a:ext cx="7258050" cy="47897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E9EAB2C-8EA0-4BF5-CFEB-382F0E9AAA58}"/>
              </a:ext>
            </a:extLst>
          </p:cNvPr>
          <p:cNvSpPr/>
          <p:nvPr/>
        </p:nvSpPr>
        <p:spPr>
          <a:xfrm>
            <a:off x="482600" y="2432050"/>
            <a:ext cx="508000" cy="4508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AF3C5E-5096-3EE9-0EB2-EB08D10CBDA9}"/>
              </a:ext>
            </a:extLst>
          </p:cNvPr>
          <p:cNvCxnSpPr>
            <a:stCxn id="5" idx="4"/>
          </p:cNvCxnSpPr>
          <p:nvPr/>
        </p:nvCxnSpPr>
        <p:spPr>
          <a:xfrm flipH="1">
            <a:off x="730250" y="2882900"/>
            <a:ext cx="6350" cy="546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98DDB0-A642-95C6-5C48-B924F7CE0BF8}"/>
              </a:ext>
            </a:extLst>
          </p:cNvPr>
          <p:cNvCxnSpPr/>
          <p:nvPr/>
        </p:nvCxnSpPr>
        <p:spPr>
          <a:xfrm flipH="1">
            <a:off x="577850" y="3060700"/>
            <a:ext cx="158750" cy="88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2B7A3E-EC07-BF5B-8621-077F5FADF1F9}"/>
              </a:ext>
            </a:extLst>
          </p:cNvPr>
          <p:cNvCxnSpPr/>
          <p:nvPr/>
        </p:nvCxnSpPr>
        <p:spPr>
          <a:xfrm>
            <a:off x="736600" y="3060700"/>
            <a:ext cx="165100" cy="889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2ECC748-2941-9A3A-5C66-CCA2F82C46F5}"/>
              </a:ext>
            </a:extLst>
          </p:cNvPr>
          <p:cNvCxnSpPr/>
          <p:nvPr/>
        </p:nvCxnSpPr>
        <p:spPr>
          <a:xfrm flipH="1">
            <a:off x="565150" y="3429000"/>
            <a:ext cx="171450" cy="171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3DFDAA-64F9-D1B4-EA01-A5EFA3A39EE8}"/>
              </a:ext>
            </a:extLst>
          </p:cNvPr>
          <p:cNvCxnSpPr/>
          <p:nvPr/>
        </p:nvCxnSpPr>
        <p:spPr>
          <a:xfrm>
            <a:off x="736600" y="3429000"/>
            <a:ext cx="165100" cy="177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2222844-5B18-04F5-7131-284D4C87C912}"/>
              </a:ext>
            </a:extLst>
          </p:cNvPr>
          <p:cNvSpPr/>
          <p:nvPr/>
        </p:nvSpPr>
        <p:spPr>
          <a:xfrm>
            <a:off x="1200150" y="3778250"/>
            <a:ext cx="488950" cy="4254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5FF59C-6E28-FC3C-61C5-BD75EBEAC8D7}"/>
              </a:ext>
            </a:extLst>
          </p:cNvPr>
          <p:cNvCxnSpPr>
            <a:stCxn id="16" idx="4"/>
          </p:cNvCxnSpPr>
          <p:nvPr/>
        </p:nvCxnSpPr>
        <p:spPr>
          <a:xfrm>
            <a:off x="1444625" y="4203700"/>
            <a:ext cx="3175" cy="4953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F6309B-613D-C936-EDA9-1DF8C3A33E20}"/>
              </a:ext>
            </a:extLst>
          </p:cNvPr>
          <p:cNvCxnSpPr/>
          <p:nvPr/>
        </p:nvCxnSpPr>
        <p:spPr>
          <a:xfrm flipH="1">
            <a:off x="1263650" y="4318000"/>
            <a:ext cx="180975" cy="101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C8AEE2-4324-171A-E43A-FB5ACDC56945}"/>
              </a:ext>
            </a:extLst>
          </p:cNvPr>
          <p:cNvCxnSpPr/>
          <p:nvPr/>
        </p:nvCxnSpPr>
        <p:spPr>
          <a:xfrm>
            <a:off x="1447800" y="4318000"/>
            <a:ext cx="184150" cy="101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2D6D95C-EECD-3E71-7622-D1C9BDF5CC99}"/>
              </a:ext>
            </a:extLst>
          </p:cNvPr>
          <p:cNvCxnSpPr/>
          <p:nvPr/>
        </p:nvCxnSpPr>
        <p:spPr>
          <a:xfrm flipH="1">
            <a:off x="1260475" y="4699000"/>
            <a:ext cx="190500" cy="146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6165CA-5E27-B1E9-3F1C-852F4E110650}"/>
              </a:ext>
            </a:extLst>
          </p:cNvPr>
          <p:cNvCxnSpPr>
            <a:cxnSpLocks/>
          </p:cNvCxnSpPr>
          <p:nvPr/>
        </p:nvCxnSpPr>
        <p:spPr>
          <a:xfrm>
            <a:off x="1447800" y="4699000"/>
            <a:ext cx="187325" cy="146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152C288-DA8F-B38A-4465-5BCD6C97D189}"/>
              </a:ext>
            </a:extLst>
          </p:cNvPr>
          <p:cNvSpPr txBox="1"/>
          <p:nvPr/>
        </p:nvSpPr>
        <p:spPr>
          <a:xfrm>
            <a:off x="428625" y="3632428"/>
            <a:ext cx="831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Customer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F59DC6-228D-02D1-242B-40FEFDE73B85}"/>
              </a:ext>
            </a:extLst>
          </p:cNvPr>
          <p:cNvSpPr txBox="1"/>
          <p:nvPr/>
        </p:nvSpPr>
        <p:spPr>
          <a:xfrm>
            <a:off x="928688" y="4870678"/>
            <a:ext cx="12985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customer 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E87FDE-253B-07E8-B9CA-E3CF5493D34A}"/>
              </a:ext>
            </a:extLst>
          </p:cNvPr>
          <p:cNvSpPr/>
          <p:nvPr/>
        </p:nvSpPr>
        <p:spPr>
          <a:xfrm>
            <a:off x="1200150" y="1490503"/>
            <a:ext cx="520700" cy="4271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3505C21-1387-D85E-B082-F119E46422E1}"/>
              </a:ext>
            </a:extLst>
          </p:cNvPr>
          <p:cNvCxnSpPr>
            <a:stCxn id="30" idx="4"/>
          </p:cNvCxnSpPr>
          <p:nvPr/>
        </p:nvCxnSpPr>
        <p:spPr>
          <a:xfrm flipH="1">
            <a:off x="1450975" y="1917700"/>
            <a:ext cx="9525" cy="425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E54C4A-C073-D8DB-39ED-EED3DAEC3933}"/>
              </a:ext>
            </a:extLst>
          </p:cNvPr>
          <p:cNvCxnSpPr/>
          <p:nvPr/>
        </p:nvCxnSpPr>
        <p:spPr>
          <a:xfrm flipH="1">
            <a:off x="1260475" y="2065383"/>
            <a:ext cx="200025" cy="68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267AAB-EB3C-8C0C-4285-93ABD04045E4}"/>
              </a:ext>
            </a:extLst>
          </p:cNvPr>
          <p:cNvCxnSpPr/>
          <p:nvPr/>
        </p:nvCxnSpPr>
        <p:spPr>
          <a:xfrm>
            <a:off x="1450975" y="2065383"/>
            <a:ext cx="180975" cy="93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F9AFE1A-B6A4-7EDD-2AC3-9B7AB645E26C}"/>
              </a:ext>
            </a:extLst>
          </p:cNvPr>
          <p:cNvCxnSpPr/>
          <p:nvPr/>
        </p:nvCxnSpPr>
        <p:spPr>
          <a:xfrm flipH="1">
            <a:off x="1260475" y="2343150"/>
            <a:ext cx="200025" cy="147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D87BF9-AACE-941A-74BC-C3C105735ADA}"/>
              </a:ext>
            </a:extLst>
          </p:cNvPr>
          <p:cNvCxnSpPr>
            <a:cxnSpLocks/>
          </p:cNvCxnSpPr>
          <p:nvPr/>
        </p:nvCxnSpPr>
        <p:spPr>
          <a:xfrm>
            <a:off x="1450975" y="2343150"/>
            <a:ext cx="180975" cy="183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2ABC88F-8B1D-0CB8-049F-7C6DFECDE7C8}"/>
              </a:ext>
            </a:extLst>
          </p:cNvPr>
          <p:cNvSpPr txBox="1"/>
          <p:nvPr/>
        </p:nvSpPr>
        <p:spPr>
          <a:xfrm>
            <a:off x="1080294" y="2508820"/>
            <a:ext cx="919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New customer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B5FE3B2-7405-5194-5223-F23D5BB8BC21}"/>
              </a:ext>
            </a:extLst>
          </p:cNvPr>
          <p:cNvCxnSpPr>
            <a:cxnSpLocks/>
            <a:stCxn id="30" idx="3"/>
            <a:endCxn id="5" idx="0"/>
          </p:cNvCxnSpPr>
          <p:nvPr/>
        </p:nvCxnSpPr>
        <p:spPr>
          <a:xfrm flipH="1">
            <a:off x="736600" y="1855138"/>
            <a:ext cx="539805" cy="576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313D6AF-C6F3-05C4-63BC-7C72084F0B76}"/>
              </a:ext>
            </a:extLst>
          </p:cNvPr>
          <p:cNvCxnSpPr>
            <a:endCxn id="16" idx="0"/>
          </p:cNvCxnSpPr>
          <p:nvPr/>
        </p:nvCxnSpPr>
        <p:spPr>
          <a:xfrm>
            <a:off x="901700" y="3149600"/>
            <a:ext cx="542925" cy="628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F185DFE-F50B-8151-CC42-F774A4DFCF29}"/>
              </a:ext>
            </a:extLst>
          </p:cNvPr>
          <p:cNvSpPr/>
          <p:nvPr/>
        </p:nvSpPr>
        <p:spPr>
          <a:xfrm>
            <a:off x="2647950" y="1676400"/>
            <a:ext cx="1593850" cy="45720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Registration 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052733D-79C3-95EE-1E84-D51CC5DB1902}"/>
              </a:ext>
            </a:extLst>
          </p:cNvPr>
          <p:cNvSpPr/>
          <p:nvPr/>
        </p:nvSpPr>
        <p:spPr>
          <a:xfrm>
            <a:off x="4762500" y="1578913"/>
            <a:ext cx="939800" cy="55245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E48E9C3-E5A2-90E8-8A31-D8ECF40C6F85}"/>
              </a:ext>
            </a:extLst>
          </p:cNvPr>
          <p:cNvSpPr/>
          <p:nvPr/>
        </p:nvSpPr>
        <p:spPr>
          <a:xfrm>
            <a:off x="2792412" y="2490833"/>
            <a:ext cx="1244600" cy="53362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Search Products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AD0EDC9-F26F-12C6-BA7B-EC3576F90680}"/>
              </a:ext>
            </a:extLst>
          </p:cNvPr>
          <p:cNvSpPr/>
          <p:nvPr/>
        </p:nvSpPr>
        <p:spPr>
          <a:xfrm>
            <a:off x="4437062" y="2349728"/>
            <a:ext cx="1733550" cy="53362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 product details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875A363-CC1F-9473-3C76-0DCE5F0A82BD}"/>
              </a:ext>
            </a:extLst>
          </p:cNvPr>
          <p:cNvSpPr/>
          <p:nvPr/>
        </p:nvSpPr>
        <p:spPr>
          <a:xfrm>
            <a:off x="2787650" y="3279661"/>
            <a:ext cx="1365250" cy="64157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 to cart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E99E4E7-887D-8A02-732A-AC2D6706554E}"/>
              </a:ext>
            </a:extLst>
          </p:cNvPr>
          <p:cNvCxnSpPr>
            <a:endCxn id="48" idx="2"/>
          </p:cNvCxnSpPr>
          <p:nvPr/>
        </p:nvCxnSpPr>
        <p:spPr>
          <a:xfrm flipV="1">
            <a:off x="1066800" y="1905000"/>
            <a:ext cx="1581150" cy="1244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Arrow: Left 54">
            <a:extLst>
              <a:ext uri="{FF2B5EF4-FFF2-40B4-BE49-F238E27FC236}">
                <a16:creationId xmlns:a16="http://schemas.microsoft.com/office/drawing/2014/main" id="{C672384F-097C-728E-CE6E-A8275AD10A7F}"/>
              </a:ext>
            </a:extLst>
          </p:cNvPr>
          <p:cNvSpPr/>
          <p:nvPr/>
        </p:nvSpPr>
        <p:spPr>
          <a:xfrm>
            <a:off x="4252913" y="1729501"/>
            <a:ext cx="498474" cy="269058"/>
          </a:xfrm>
          <a:prstGeom prst="lef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6A3BC5A-F47A-B9E2-A4E0-B632C00B3403}"/>
              </a:ext>
            </a:extLst>
          </p:cNvPr>
          <p:cNvCxnSpPr>
            <a:stCxn id="16" idx="6"/>
            <a:endCxn id="50" idx="2"/>
          </p:cNvCxnSpPr>
          <p:nvPr/>
        </p:nvCxnSpPr>
        <p:spPr>
          <a:xfrm flipV="1">
            <a:off x="1689100" y="2757647"/>
            <a:ext cx="1103312" cy="12333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762DB9B-0755-6092-A117-37D4E4C7322C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1577975" y="3600450"/>
            <a:ext cx="1209675" cy="6699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F82F3E-76FD-609A-7CB7-FBAD6AEF029C}"/>
              </a:ext>
            </a:extLst>
          </p:cNvPr>
          <p:cNvCxnSpPr/>
          <p:nvPr/>
        </p:nvCxnSpPr>
        <p:spPr>
          <a:xfrm flipV="1">
            <a:off x="4037012" y="2616542"/>
            <a:ext cx="400050" cy="141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C29B9026-5BD5-D553-EFBB-3BE23EC55B88}"/>
              </a:ext>
            </a:extLst>
          </p:cNvPr>
          <p:cNvSpPr/>
          <p:nvPr/>
        </p:nvSpPr>
        <p:spPr>
          <a:xfrm>
            <a:off x="4532312" y="3077991"/>
            <a:ext cx="1625600" cy="40333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cart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0C6CA27-D89E-96C0-103C-5997BB082EB6}"/>
              </a:ext>
            </a:extLst>
          </p:cNvPr>
          <p:cNvSpPr/>
          <p:nvPr/>
        </p:nvSpPr>
        <p:spPr>
          <a:xfrm>
            <a:off x="4695824" y="3578225"/>
            <a:ext cx="1298575" cy="46400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View cart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B6C5045-6024-A63F-EA17-E597798C25EF}"/>
              </a:ext>
            </a:extLst>
          </p:cNvPr>
          <p:cNvSpPr/>
          <p:nvPr/>
        </p:nvSpPr>
        <p:spPr>
          <a:xfrm>
            <a:off x="2841625" y="4203700"/>
            <a:ext cx="1282699" cy="463550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checkout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8F8E8D7-7C74-1C07-9716-D0F9B218CB50}"/>
              </a:ext>
            </a:extLst>
          </p:cNvPr>
          <p:cNvSpPr/>
          <p:nvPr/>
        </p:nvSpPr>
        <p:spPr>
          <a:xfrm>
            <a:off x="2730770" y="4851172"/>
            <a:ext cx="1021557" cy="48282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Manage account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700EBC7-3DAA-290B-0B20-38BCD759A27A}"/>
              </a:ext>
            </a:extLst>
          </p:cNvPr>
          <p:cNvSpPr/>
          <p:nvPr/>
        </p:nvSpPr>
        <p:spPr>
          <a:xfrm>
            <a:off x="4717653" y="4179545"/>
            <a:ext cx="1511300" cy="40333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Place order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E3A5FF4-3055-4457-6959-000E0B7D1945}"/>
              </a:ext>
            </a:extLst>
          </p:cNvPr>
          <p:cNvSpPr/>
          <p:nvPr/>
        </p:nvSpPr>
        <p:spPr>
          <a:xfrm>
            <a:off x="4689077" y="4631067"/>
            <a:ext cx="1660525" cy="61475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Process payment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9069FE4E-0DAA-16A6-FF71-B7F3E02E4E79}"/>
              </a:ext>
            </a:extLst>
          </p:cNvPr>
          <p:cNvSpPr/>
          <p:nvPr/>
        </p:nvSpPr>
        <p:spPr>
          <a:xfrm>
            <a:off x="4717653" y="5320128"/>
            <a:ext cx="1660525" cy="44594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Select delivery address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55B4B68-EC8B-A7C7-73E8-54458E195D08}"/>
              </a:ext>
            </a:extLst>
          </p:cNvPr>
          <p:cNvSpPr/>
          <p:nvPr/>
        </p:nvSpPr>
        <p:spPr>
          <a:xfrm>
            <a:off x="3470275" y="5506489"/>
            <a:ext cx="939800" cy="40684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Update profile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29D88DE-4558-C8D8-16C8-6C4B056B8D72}"/>
              </a:ext>
            </a:extLst>
          </p:cNvPr>
          <p:cNvCxnSpPr>
            <a:stCxn id="52" idx="7"/>
            <a:endCxn id="63" idx="2"/>
          </p:cNvCxnSpPr>
          <p:nvPr/>
        </p:nvCxnSpPr>
        <p:spPr>
          <a:xfrm flipV="1">
            <a:off x="3952964" y="3279661"/>
            <a:ext cx="579348" cy="93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7141DD4-B60B-C8DA-AE0E-9659EDA6A03F}"/>
              </a:ext>
            </a:extLst>
          </p:cNvPr>
          <p:cNvCxnSpPr>
            <a:endCxn id="64" idx="2"/>
          </p:cNvCxnSpPr>
          <p:nvPr/>
        </p:nvCxnSpPr>
        <p:spPr>
          <a:xfrm>
            <a:off x="4148137" y="3599101"/>
            <a:ext cx="547687" cy="21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D4FA40C-B8CB-7AE1-4135-55FC4D94AE55}"/>
              </a:ext>
            </a:extLst>
          </p:cNvPr>
          <p:cNvCxnSpPr>
            <a:cxnSpLocks/>
            <a:stCxn id="65" idx="7"/>
            <a:endCxn id="67" idx="2"/>
          </p:cNvCxnSpPr>
          <p:nvPr/>
        </p:nvCxnSpPr>
        <p:spPr>
          <a:xfrm>
            <a:off x="3936477" y="4271585"/>
            <a:ext cx="781176" cy="109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09921CA-DAE0-3B33-1289-59E4F885ED28}"/>
              </a:ext>
            </a:extLst>
          </p:cNvPr>
          <p:cNvCxnSpPr>
            <a:cxnSpLocks/>
            <a:stCxn id="65" idx="6"/>
            <a:endCxn id="68" idx="1"/>
          </p:cNvCxnSpPr>
          <p:nvPr/>
        </p:nvCxnSpPr>
        <p:spPr>
          <a:xfrm>
            <a:off x="4124324" y="4435475"/>
            <a:ext cx="807931" cy="28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20FFDAD-026B-A9AC-CE88-D00E3AE7EB48}"/>
              </a:ext>
            </a:extLst>
          </p:cNvPr>
          <p:cNvCxnSpPr>
            <a:stCxn id="65" idx="5"/>
            <a:endCxn id="69" idx="2"/>
          </p:cNvCxnSpPr>
          <p:nvPr/>
        </p:nvCxnSpPr>
        <p:spPr>
          <a:xfrm>
            <a:off x="3936477" y="4599365"/>
            <a:ext cx="781176" cy="943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5BEC8F9-3682-9882-ECBA-59F27C46E4A5}"/>
              </a:ext>
            </a:extLst>
          </p:cNvPr>
          <p:cNvCxnSpPr>
            <a:stCxn id="66" idx="6"/>
            <a:endCxn id="70" idx="0"/>
          </p:cNvCxnSpPr>
          <p:nvPr/>
        </p:nvCxnSpPr>
        <p:spPr>
          <a:xfrm>
            <a:off x="3752327" y="5092586"/>
            <a:ext cx="187848" cy="413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4C61D49-02A2-37D2-425F-A9133DF428A4}"/>
              </a:ext>
            </a:extLst>
          </p:cNvPr>
          <p:cNvCxnSpPr>
            <a:cxnSpLocks/>
            <a:endCxn id="65" idx="2"/>
          </p:cNvCxnSpPr>
          <p:nvPr/>
        </p:nvCxnSpPr>
        <p:spPr>
          <a:xfrm>
            <a:off x="1618926" y="4419600"/>
            <a:ext cx="1222699" cy="15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A515A0B-1155-BC0C-75A4-330BE3D66F76}"/>
              </a:ext>
            </a:extLst>
          </p:cNvPr>
          <p:cNvCxnSpPr>
            <a:endCxn id="66" idx="1"/>
          </p:cNvCxnSpPr>
          <p:nvPr/>
        </p:nvCxnSpPr>
        <p:spPr>
          <a:xfrm>
            <a:off x="1625600" y="4424476"/>
            <a:ext cx="1254774" cy="4974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Oval 94">
            <a:extLst>
              <a:ext uri="{FF2B5EF4-FFF2-40B4-BE49-F238E27FC236}">
                <a16:creationId xmlns:a16="http://schemas.microsoft.com/office/drawing/2014/main" id="{9934F26F-EA70-8A06-8E4A-3D3EEF3856A5}"/>
              </a:ext>
            </a:extLst>
          </p:cNvPr>
          <p:cNvSpPr/>
          <p:nvPr/>
        </p:nvSpPr>
        <p:spPr>
          <a:xfrm>
            <a:off x="9950450" y="1314898"/>
            <a:ext cx="520700" cy="4271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360C0D21-56F3-9D8C-C4FE-56D400833474}"/>
              </a:ext>
            </a:extLst>
          </p:cNvPr>
          <p:cNvCxnSpPr>
            <a:stCxn id="95" idx="4"/>
          </p:cNvCxnSpPr>
          <p:nvPr/>
        </p:nvCxnSpPr>
        <p:spPr>
          <a:xfrm flipH="1">
            <a:off x="10204450" y="1742095"/>
            <a:ext cx="6350" cy="6076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43B1573-150A-1550-20EC-C978BA3D17B9}"/>
              </a:ext>
            </a:extLst>
          </p:cNvPr>
          <p:cNvCxnSpPr/>
          <p:nvPr/>
        </p:nvCxnSpPr>
        <p:spPr>
          <a:xfrm flipH="1">
            <a:off x="9988550" y="1998559"/>
            <a:ext cx="215900" cy="132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E2C9AB5-8F34-7D93-716C-EAC1679C61E0}"/>
              </a:ext>
            </a:extLst>
          </p:cNvPr>
          <p:cNvCxnSpPr/>
          <p:nvPr/>
        </p:nvCxnSpPr>
        <p:spPr>
          <a:xfrm>
            <a:off x="10204450" y="2008689"/>
            <a:ext cx="158750" cy="163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5DC8FAD-4C9E-2701-7F6A-4FFDC5D9D2DD}"/>
              </a:ext>
            </a:extLst>
          </p:cNvPr>
          <p:cNvCxnSpPr/>
          <p:nvPr/>
        </p:nvCxnSpPr>
        <p:spPr>
          <a:xfrm flipH="1">
            <a:off x="10045700" y="2349728"/>
            <a:ext cx="158750" cy="1411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B4D14319-0A1E-F589-B08C-1761E2C1B59D}"/>
              </a:ext>
            </a:extLst>
          </p:cNvPr>
          <p:cNvCxnSpPr/>
          <p:nvPr/>
        </p:nvCxnSpPr>
        <p:spPr>
          <a:xfrm>
            <a:off x="10201275" y="2352494"/>
            <a:ext cx="158750" cy="1591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50C3DA4E-26DB-1D8A-D502-1134A749C372}"/>
              </a:ext>
            </a:extLst>
          </p:cNvPr>
          <p:cNvSpPr txBox="1"/>
          <p:nvPr/>
        </p:nvSpPr>
        <p:spPr>
          <a:xfrm>
            <a:off x="9950450" y="2508600"/>
            <a:ext cx="876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Admin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ECE0CD2-1159-34EF-5D0B-3B313F23A0B7}"/>
              </a:ext>
            </a:extLst>
          </p:cNvPr>
          <p:cNvSpPr/>
          <p:nvPr/>
        </p:nvSpPr>
        <p:spPr>
          <a:xfrm>
            <a:off x="7682581" y="1212893"/>
            <a:ext cx="853623" cy="48282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Manage products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C5E6A7E-516F-910A-2C65-E801F0C8520C}"/>
              </a:ext>
            </a:extLst>
          </p:cNvPr>
          <p:cNvSpPr/>
          <p:nvPr/>
        </p:nvSpPr>
        <p:spPr>
          <a:xfrm>
            <a:off x="7731242" y="1693668"/>
            <a:ext cx="964002" cy="246825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Manage Orders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CF9550B-1065-F46E-CC9B-CA157BB34523}"/>
              </a:ext>
            </a:extLst>
          </p:cNvPr>
          <p:cNvSpPr/>
          <p:nvPr/>
        </p:nvSpPr>
        <p:spPr>
          <a:xfrm>
            <a:off x="7827444" y="2007700"/>
            <a:ext cx="988119" cy="30096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Manage discounts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0CBEE35-9B18-99BE-7016-278E188D254C}"/>
              </a:ext>
            </a:extLst>
          </p:cNvPr>
          <p:cNvCxnSpPr>
            <a:cxnSpLocks/>
            <a:stCxn id="107" idx="6"/>
          </p:cNvCxnSpPr>
          <p:nvPr/>
        </p:nvCxnSpPr>
        <p:spPr>
          <a:xfrm>
            <a:off x="8536204" y="1454307"/>
            <a:ext cx="1426946" cy="675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7C588C0-93C8-7CF4-DDDB-3F54922C35E5}"/>
              </a:ext>
            </a:extLst>
          </p:cNvPr>
          <p:cNvCxnSpPr>
            <a:cxnSpLocks/>
          </p:cNvCxnSpPr>
          <p:nvPr/>
        </p:nvCxnSpPr>
        <p:spPr>
          <a:xfrm>
            <a:off x="8652273" y="1780719"/>
            <a:ext cx="1291827" cy="348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AD33AB-B774-4B9E-4A35-A69F11B950BF}"/>
              </a:ext>
            </a:extLst>
          </p:cNvPr>
          <p:cNvCxnSpPr>
            <a:cxnSpLocks/>
            <a:stCxn id="109" idx="6"/>
          </p:cNvCxnSpPr>
          <p:nvPr/>
        </p:nvCxnSpPr>
        <p:spPr>
          <a:xfrm flipV="1">
            <a:off x="8815563" y="2130425"/>
            <a:ext cx="1160287" cy="277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Oval 125">
            <a:extLst>
              <a:ext uri="{FF2B5EF4-FFF2-40B4-BE49-F238E27FC236}">
                <a16:creationId xmlns:a16="http://schemas.microsoft.com/office/drawing/2014/main" id="{C77BC2C5-ED5D-BF73-DEE0-009465F31E45}"/>
              </a:ext>
            </a:extLst>
          </p:cNvPr>
          <p:cNvSpPr/>
          <p:nvPr/>
        </p:nvSpPr>
        <p:spPr>
          <a:xfrm>
            <a:off x="9804400" y="4121150"/>
            <a:ext cx="555625" cy="4617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7FCDB804-A5B0-64CF-DFD6-49C8B24003D1}"/>
              </a:ext>
            </a:extLst>
          </p:cNvPr>
          <p:cNvCxnSpPr>
            <a:stCxn id="126" idx="4"/>
          </p:cNvCxnSpPr>
          <p:nvPr/>
        </p:nvCxnSpPr>
        <p:spPr>
          <a:xfrm>
            <a:off x="10082213" y="4582884"/>
            <a:ext cx="17462" cy="6050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AB52A35-7652-CCE0-F489-5DD5DF37E3C4}"/>
              </a:ext>
            </a:extLst>
          </p:cNvPr>
          <p:cNvCxnSpPr/>
          <p:nvPr/>
        </p:nvCxnSpPr>
        <p:spPr>
          <a:xfrm flipH="1">
            <a:off x="9911953" y="4845050"/>
            <a:ext cx="170260" cy="768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23D7BB5-638B-5679-3260-3F2F2B3BDD03}"/>
              </a:ext>
            </a:extLst>
          </p:cNvPr>
          <p:cNvCxnSpPr>
            <a:cxnSpLocks/>
          </p:cNvCxnSpPr>
          <p:nvPr/>
        </p:nvCxnSpPr>
        <p:spPr>
          <a:xfrm>
            <a:off x="10096102" y="4845050"/>
            <a:ext cx="170260" cy="133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F8DA8BC-E0A7-358F-3DBE-D91FDCBA9921}"/>
              </a:ext>
            </a:extLst>
          </p:cNvPr>
          <p:cNvCxnSpPr/>
          <p:nvPr/>
        </p:nvCxnSpPr>
        <p:spPr>
          <a:xfrm flipH="1">
            <a:off x="9963150" y="5187950"/>
            <a:ext cx="139700" cy="1188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699C468-517D-BFF6-0758-3A32326BAE6F}"/>
              </a:ext>
            </a:extLst>
          </p:cNvPr>
          <p:cNvCxnSpPr/>
          <p:nvPr/>
        </p:nvCxnSpPr>
        <p:spPr>
          <a:xfrm>
            <a:off x="10102850" y="5173434"/>
            <a:ext cx="163512" cy="1466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5DC8F36B-4EC9-E5AF-B5C1-DA9193EDAD40}"/>
              </a:ext>
            </a:extLst>
          </p:cNvPr>
          <p:cNvSpPr txBox="1"/>
          <p:nvPr/>
        </p:nvSpPr>
        <p:spPr>
          <a:xfrm>
            <a:off x="9654778" y="5327658"/>
            <a:ext cx="11969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Shipping Carrier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B3AF1B7B-27D7-81A8-EEF5-7784DA92108A}"/>
              </a:ext>
            </a:extLst>
          </p:cNvPr>
          <p:cNvSpPr/>
          <p:nvPr/>
        </p:nvSpPr>
        <p:spPr>
          <a:xfrm>
            <a:off x="7541632" y="4081364"/>
            <a:ext cx="1109998" cy="40333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Receive order</a:t>
            </a: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36222522-2D7C-2D86-D3EC-869A10FF3F01}"/>
              </a:ext>
            </a:extLst>
          </p:cNvPr>
          <p:cNvSpPr/>
          <p:nvPr/>
        </p:nvSpPr>
        <p:spPr>
          <a:xfrm>
            <a:off x="7486012" y="4570355"/>
            <a:ext cx="1406136" cy="40333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 order status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869A9AB-723C-35C6-5934-90F0F4D750A1}"/>
              </a:ext>
            </a:extLst>
          </p:cNvPr>
          <p:cNvSpPr/>
          <p:nvPr/>
        </p:nvSpPr>
        <p:spPr>
          <a:xfrm>
            <a:off x="7682582" y="5041274"/>
            <a:ext cx="1069793" cy="445948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Collect payment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C753A031-EADD-A35F-1533-4DACC52B2F17}"/>
              </a:ext>
            </a:extLst>
          </p:cNvPr>
          <p:cNvCxnSpPr>
            <a:stCxn id="139" idx="6"/>
          </p:cNvCxnSpPr>
          <p:nvPr/>
        </p:nvCxnSpPr>
        <p:spPr>
          <a:xfrm>
            <a:off x="8651630" y="4283034"/>
            <a:ext cx="1206745" cy="5620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1CB06BC-6B1F-CD16-DD7E-7BB3A801D4EA}"/>
              </a:ext>
            </a:extLst>
          </p:cNvPr>
          <p:cNvCxnSpPr>
            <a:stCxn id="140" idx="6"/>
          </p:cNvCxnSpPr>
          <p:nvPr/>
        </p:nvCxnSpPr>
        <p:spPr>
          <a:xfrm>
            <a:off x="8892148" y="4772025"/>
            <a:ext cx="1016630" cy="1774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2CCF892-9569-A822-4326-06498DC74018}"/>
              </a:ext>
            </a:extLst>
          </p:cNvPr>
          <p:cNvCxnSpPr>
            <a:cxnSpLocks/>
            <a:stCxn id="141" idx="6"/>
          </p:cNvCxnSpPr>
          <p:nvPr/>
        </p:nvCxnSpPr>
        <p:spPr>
          <a:xfrm flipV="1">
            <a:off x="8752375" y="4988661"/>
            <a:ext cx="992891" cy="2755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A8E0C278-00DD-3532-066E-4BB0DE100EE2}"/>
              </a:ext>
            </a:extLst>
          </p:cNvPr>
          <p:cNvSpPr txBox="1"/>
          <p:nvPr/>
        </p:nvSpPr>
        <p:spPr>
          <a:xfrm>
            <a:off x="3810134" y="774112"/>
            <a:ext cx="4368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&amp; Tech Shopping System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A1AB31D-C474-A831-82B3-C538695D757C}"/>
              </a:ext>
            </a:extLst>
          </p:cNvPr>
          <p:cNvCxnSpPr/>
          <p:nvPr/>
        </p:nvCxnSpPr>
        <p:spPr>
          <a:xfrm>
            <a:off x="1803400" y="425450"/>
            <a:ext cx="584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5C407FB-D9FA-FA69-08EE-CC74F3064D09}"/>
              </a:ext>
            </a:extLst>
          </p:cNvPr>
          <p:cNvSpPr txBox="1"/>
          <p:nvPr/>
        </p:nvSpPr>
        <p:spPr>
          <a:xfrm>
            <a:off x="2355850" y="298054"/>
            <a:ext cx="584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include</a:t>
            </a:r>
          </a:p>
        </p:txBody>
      </p:sp>
      <p:sp>
        <p:nvSpPr>
          <p:cNvPr id="155" name="Arrow: Left 154">
            <a:extLst>
              <a:ext uri="{FF2B5EF4-FFF2-40B4-BE49-F238E27FC236}">
                <a16:creationId xmlns:a16="http://schemas.microsoft.com/office/drawing/2014/main" id="{F620B03E-2160-B240-CE71-9631324CA4CB}"/>
              </a:ext>
            </a:extLst>
          </p:cNvPr>
          <p:cNvSpPr/>
          <p:nvPr/>
        </p:nvSpPr>
        <p:spPr>
          <a:xfrm>
            <a:off x="3676739" y="288929"/>
            <a:ext cx="457111" cy="215187"/>
          </a:xfrm>
          <a:prstGeom prst="lef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9C27C-D4C2-7C0C-5A17-BE80A7DBED76}"/>
              </a:ext>
            </a:extLst>
          </p:cNvPr>
          <p:cNvSpPr txBox="1"/>
          <p:nvPr/>
        </p:nvSpPr>
        <p:spPr>
          <a:xfrm>
            <a:off x="4116279" y="281106"/>
            <a:ext cx="8811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dependency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2D483F5-2E68-0A7B-3117-68070F237525}"/>
              </a:ext>
            </a:extLst>
          </p:cNvPr>
          <p:cNvCxnSpPr>
            <a:cxnSpLocks/>
          </p:cNvCxnSpPr>
          <p:nvPr/>
        </p:nvCxnSpPr>
        <p:spPr>
          <a:xfrm>
            <a:off x="5245100" y="374254"/>
            <a:ext cx="6223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2ED72BD3-DB7E-6AA5-838A-7B2C5DA4D130}"/>
              </a:ext>
            </a:extLst>
          </p:cNvPr>
          <p:cNvSpPr txBox="1"/>
          <p:nvPr/>
        </p:nvSpPr>
        <p:spPr>
          <a:xfrm>
            <a:off x="5867400" y="251143"/>
            <a:ext cx="933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Inheritance 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EBC40C3-CCDA-BFEE-BA0C-16FDA360A57F}"/>
              </a:ext>
            </a:extLst>
          </p:cNvPr>
          <p:cNvCxnSpPr/>
          <p:nvPr/>
        </p:nvCxnSpPr>
        <p:spPr>
          <a:xfrm>
            <a:off x="7023100" y="374254"/>
            <a:ext cx="6594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6EC614F0-E491-F66C-5EBD-65DD1907C60F}"/>
              </a:ext>
            </a:extLst>
          </p:cNvPr>
          <p:cNvSpPr txBox="1"/>
          <p:nvPr/>
        </p:nvSpPr>
        <p:spPr>
          <a:xfrm>
            <a:off x="7647965" y="254011"/>
            <a:ext cx="9334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initiates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A5CE7AE-C492-FEF1-393A-A89376FC0540}"/>
              </a:ext>
            </a:extLst>
          </p:cNvPr>
          <p:cNvCxnSpPr/>
          <p:nvPr/>
        </p:nvCxnSpPr>
        <p:spPr>
          <a:xfrm flipH="1">
            <a:off x="9011211" y="374254"/>
            <a:ext cx="553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92E115DA-116C-99B3-6BA0-31BB645B9094}"/>
              </a:ext>
            </a:extLst>
          </p:cNvPr>
          <p:cNvSpPr txBox="1"/>
          <p:nvPr/>
        </p:nvSpPr>
        <p:spPr>
          <a:xfrm>
            <a:off x="9565084" y="234644"/>
            <a:ext cx="14668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generalization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E2D52BAB-D162-CBA1-3019-F66AD84374D0}"/>
              </a:ext>
            </a:extLst>
          </p:cNvPr>
          <p:cNvSpPr/>
          <p:nvPr/>
        </p:nvSpPr>
        <p:spPr>
          <a:xfrm>
            <a:off x="6446440" y="4372232"/>
            <a:ext cx="906401" cy="3488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Cash on delivery</a:t>
            </a: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F2539C6D-ADA1-7EE1-085F-3278BA8647E9}"/>
              </a:ext>
            </a:extLst>
          </p:cNvPr>
          <p:cNvSpPr/>
          <p:nvPr/>
        </p:nvSpPr>
        <p:spPr>
          <a:xfrm>
            <a:off x="6576003" y="4819749"/>
            <a:ext cx="816718" cy="403339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Wish money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81E4DD8E-3037-5AF4-B13A-056BB7766943}"/>
              </a:ext>
            </a:extLst>
          </p:cNvPr>
          <p:cNvCxnSpPr>
            <a:stCxn id="167" idx="2"/>
            <a:endCxn id="68" idx="7"/>
          </p:cNvCxnSpPr>
          <p:nvPr/>
        </p:nvCxnSpPr>
        <p:spPr>
          <a:xfrm flipH="1">
            <a:off x="6106424" y="4546664"/>
            <a:ext cx="340016" cy="174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22E117F-B990-3101-9664-D584853AEA13}"/>
              </a:ext>
            </a:extLst>
          </p:cNvPr>
          <p:cNvCxnSpPr>
            <a:stCxn id="168" idx="2"/>
            <a:endCxn id="68" idx="6"/>
          </p:cNvCxnSpPr>
          <p:nvPr/>
        </p:nvCxnSpPr>
        <p:spPr>
          <a:xfrm flipH="1" flipV="1">
            <a:off x="6349602" y="4938447"/>
            <a:ext cx="226401" cy="82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F65BC98-47A1-9552-FC5C-B7043920B487}"/>
              </a:ext>
            </a:extLst>
          </p:cNvPr>
          <p:cNvSpPr/>
          <p:nvPr/>
        </p:nvSpPr>
        <p:spPr>
          <a:xfrm>
            <a:off x="7823362" y="2371174"/>
            <a:ext cx="1032326" cy="29036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Manage users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093D5A-9C01-2881-18A4-B6B411AFCA09}"/>
              </a:ext>
            </a:extLst>
          </p:cNvPr>
          <p:cNvCxnSpPr>
            <a:cxnSpLocks/>
            <a:stCxn id="2" idx="7"/>
          </p:cNvCxnSpPr>
          <p:nvPr/>
        </p:nvCxnSpPr>
        <p:spPr>
          <a:xfrm flipV="1">
            <a:off x="8704507" y="2133429"/>
            <a:ext cx="1245943" cy="280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B304E9-9214-AA42-B65D-F7A94A8F28A0}"/>
              </a:ext>
            </a:extLst>
          </p:cNvPr>
          <p:cNvCxnSpPr>
            <a:cxnSpLocks/>
            <a:stCxn id="12" idx="7"/>
          </p:cNvCxnSpPr>
          <p:nvPr/>
        </p:nvCxnSpPr>
        <p:spPr>
          <a:xfrm flipV="1">
            <a:off x="8670494" y="2144163"/>
            <a:ext cx="1276781" cy="593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09C2DC5-D13D-DD9F-684D-9FCDFAFC5BC4}"/>
              </a:ext>
            </a:extLst>
          </p:cNvPr>
          <p:cNvSpPr/>
          <p:nvPr/>
        </p:nvSpPr>
        <p:spPr>
          <a:xfrm>
            <a:off x="8063396" y="2690472"/>
            <a:ext cx="711259" cy="320456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View reports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73BB9B-C0C8-97CC-AA24-F5A77B61F4B0}"/>
              </a:ext>
            </a:extLst>
          </p:cNvPr>
          <p:cNvSpPr/>
          <p:nvPr/>
        </p:nvSpPr>
        <p:spPr>
          <a:xfrm>
            <a:off x="8115325" y="3038504"/>
            <a:ext cx="833451" cy="51817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Analytics &amp; charts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E978162-42CA-6E2A-DB57-958BA5C5B344}"/>
              </a:ext>
            </a:extLst>
          </p:cNvPr>
          <p:cNvSpPr/>
          <p:nvPr/>
        </p:nvSpPr>
        <p:spPr>
          <a:xfrm>
            <a:off x="8165086" y="3617708"/>
            <a:ext cx="981192" cy="378004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Manage deliveries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BF020A-BD0D-0475-66D1-9CBDF1821D68}"/>
              </a:ext>
            </a:extLst>
          </p:cNvPr>
          <p:cNvCxnSpPr>
            <a:cxnSpLocks/>
            <a:stCxn id="21" idx="7"/>
          </p:cNvCxnSpPr>
          <p:nvPr/>
        </p:nvCxnSpPr>
        <p:spPr>
          <a:xfrm flipV="1">
            <a:off x="8826720" y="2134264"/>
            <a:ext cx="1099828" cy="980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9342A6F-11AB-56BD-9C1A-A67D7F88270D}"/>
              </a:ext>
            </a:extLst>
          </p:cNvPr>
          <p:cNvCxnSpPr>
            <a:stCxn id="31" idx="7"/>
          </p:cNvCxnSpPr>
          <p:nvPr/>
        </p:nvCxnSpPr>
        <p:spPr>
          <a:xfrm flipV="1">
            <a:off x="9002586" y="2140324"/>
            <a:ext cx="941514" cy="1532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5559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74</Words>
  <Application>Microsoft Office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Calisto MT</vt:lpstr>
      <vt:lpstr>Univers Condensed</vt:lpstr>
      <vt:lpstr>ChronicleVTI</vt:lpstr>
      <vt:lpstr>Use Case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hunter1981 birds</dc:creator>
  <cp:lastModifiedBy>hunter1981 birds</cp:lastModifiedBy>
  <cp:revision>1</cp:revision>
  <dcterms:created xsi:type="dcterms:W3CDTF">2025-10-21T12:16:41Z</dcterms:created>
  <dcterms:modified xsi:type="dcterms:W3CDTF">2026-01-01T12:48:04Z</dcterms:modified>
</cp:coreProperties>
</file>